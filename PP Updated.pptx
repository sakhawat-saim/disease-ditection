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9"/>
  </p:handoutMasterIdLst>
  <p:sldIdLst>
    <p:sldId id="256" r:id="rId2"/>
    <p:sldId id="286" r:id="rId3"/>
    <p:sldId id="287" r:id="rId4"/>
    <p:sldId id="277" r:id="rId5"/>
    <p:sldId id="295" r:id="rId6"/>
    <p:sldId id="297" r:id="rId7"/>
    <p:sldId id="305" r:id="rId8"/>
    <p:sldId id="289" r:id="rId9"/>
    <p:sldId id="306" r:id="rId10"/>
    <p:sldId id="303" r:id="rId11"/>
    <p:sldId id="302" r:id="rId12"/>
    <p:sldId id="310" r:id="rId13"/>
    <p:sldId id="307" r:id="rId14"/>
    <p:sldId id="308" r:id="rId15"/>
    <p:sldId id="309" r:id="rId16"/>
    <p:sldId id="283" r:id="rId17"/>
    <p:sldId id="27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5ADB"/>
    <a:srgbClr val="D816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213" autoAdjust="0"/>
    <p:restoredTop sz="94660"/>
  </p:normalViewPr>
  <p:slideViewPr>
    <p:cSldViewPr snapToGrid="0">
      <p:cViewPr varScale="1">
        <p:scale>
          <a:sx n="82" d="100"/>
          <a:sy n="82" d="100"/>
        </p:scale>
        <p:origin x="7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840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45C16CD-D076-4123-840C-881067D6BCD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7EF17E-5599-4448-B064-F3D932F2E25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880871-A491-4E0D-B27E-69CC2687082F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5E292B-F90A-4BB4-8259-A954B9D724F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A54D03-DC40-44A3-A997-D5ED224D45F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676EB5-0E83-42B6-87AF-DA4BD19E8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1685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CEC06-F3B8-4E2C-8B0F-6E15C4B215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000B03-2564-4425-BA16-870D3EA283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8FBF5-D5EA-4600-B59B-54DC238F0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1294E-E5A8-4AC0-BC36-C2BA5440625C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F6611-B9C7-468A-840A-8D4C0A9BB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871E0-1F8A-49E6-9539-65AE184BB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3E7E-9DFE-4A1E-AEC2-D2E19E891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193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E7DC1-8F11-48D6-A3A2-3252D4854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BFE87-CE00-42FE-B480-C829ECDAF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B840DE-B859-48E9-BE07-084D52C37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1294E-E5A8-4AC0-BC36-C2BA5440625C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06D3B7-FC82-4346-8E1C-1FA81D03C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C65B3-632A-4C2D-B0B0-067CA1915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3E7E-9DFE-4A1E-AEC2-D2E19E891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099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E1660-6677-46E5-8D05-3840691C4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5B5E8E-8A1B-4972-A53D-5AF0BC236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0AF27-02ED-46C8-BC37-3BD80F296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1294E-E5A8-4AC0-BC36-C2BA5440625C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AAB325-7389-4A68-986F-39EB4BE40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81CDA2-18B1-4CF9-93FB-68013DA9D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3E7E-9DFE-4A1E-AEC2-D2E19E891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307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A090A-BD90-48D4-9136-DEA6B09DE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1C3C9-0E62-4003-B26A-9504F8FDA8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7E72CC-6C57-47E3-87A6-B0C0EC510C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551DFF-879F-452E-AF31-A17F02590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1294E-E5A8-4AC0-BC36-C2BA5440625C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7DA84C-A37D-4CD6-BCC7-F7C3B5C85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EEF04B-3413-43B3-83AA-E6E303FF1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3E7E-9DFE-4A1E-AEC2-D2E19E891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956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5F3B8-4BAC-4F18-B6E2-6963868B1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EFE6BB-5140-4F48-B8FD-6D66A962EF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A7C1CC-94E3-4E0F-A19F-BEC42FC457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694BDC-9A07-49FC-BE01-80C7ED7E8C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CB0BEE-F64D-409D-B96F-DBF20DA79A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7BC85C-F34C-40A1-88FD-62985A4F7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1294E-E5A8-4AC0-BC36-C2BA5440625C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7C68DC-DA55-4AF6-BA8A-D80E4D187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E54A23-90C4-42DD-8424-9A2A67B78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3E7E-9DFE-4A1E-AEC2-D2E19E891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829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2FB77-9AA9-459D-8447-3C446E7CF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E7C839-FAE4-47F3-B364-6F1BE115E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1294E-E5A8-4AC0-BC36-C2BA5440625C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44C169-1E38-48CA-806F-B10FC7484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EBD49A-B8FB-47E6-A413-E863D0BE7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3E7E-9DFE-4A1E-AEC2-D2E19E891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295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B2F12A-6BCE-4716-A14B-01185B116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1294E-E5A8-4AC0-BC36-C2BA5440625C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7F0D77-FB58-42AD-B0D7-1EC3AEF9E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08B63E-130B-4A65-A949-57AD253E7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3E7E-9DFE-4A1E-AEC2-D2E19E891C2C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4D8D99B-236D-46C1-B8CC-F73A90F10B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91632" y="703263"/>
            <a:ext cx="1970710" cy="197349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Your Pic Here</a:t>
            </a:r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71B9D871-D158-4635-8CD4-C3E09150D08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681746" y="703263"/>
            <a:ext cx="1970710" cy="197349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Your Pic Here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5BD24C01-3F9A-4DF6-B721-6943F82B315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90380" y="703263"/>
            <a:ext cx="1970710" cy="197349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Your Pic Here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E7167516-F082-4E72-A2F4-4A00553C6A8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643045" y="703263"/>
            <a:ext cx="1970710" cy="197349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Your Pic Here</a:t>
            </a:r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B7F1A3A0-91F1-43E9-ADFD-96C76FBB40B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0032749" y="703263"/>
            <a:ext cx="1970710" cy="197349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Your Pic Here</a:t>
            </a:r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73078B10-D96E-450F-BDAE-D96E911C2CA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91632" y="2966629"/>
            <a:ext cx="1970710" cy="197349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Your Pic Here</a:t>
            </a:r>
          </a:p>
        </p:txBody>
      </p:sp>
    </p:spTree>
    <p:extLst>
      <p:ext uri="{BB962C8B-B14F-4D97-AF65-F5344CB8AC3E}">
        <p14:creationId xmlns:p14="http://schemas.microsoft.com/office/powerpoint/2010/main" val="832161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F4C7C-B380-4067-BD97-E5D7EF784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0E0AE-E5B9-4127-8E1F-93A7082B0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952295-F7AA-48AC-B92E-F10FD2DC06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2BC37D-F2B8-45B5-8893-C63E8646A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1294E-E5A8-4AC0-BC36-C2BA5440625C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55578D-3A5B-4AF5-AE0C-15E1890D5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CC7AD4-C715-4A4D-B82C-8D513D495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3E7E-9DFE-4A1E-AEC2-D2E19E891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035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0AF68B-0660-4858-814B-940C4E666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192463" y="730250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B610E6-F570-4537-BAD5-9DDD739B5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1294E-E5A8-4AC0-BC36-C2BA5440625C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49A2FD-081E-4523-B2E6-F9A046306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804314-AFBC-4922-BE73-F80D33AB1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3E7E-9DFE-4A1E-AEC2-D2E19E891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839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C6800-023A-43EF-A7EB-1EC254D8B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905B04-597F-465E-851E-2661EAEAC5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28D492-F277-449C-811D-047EFA5A7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1294E-E5A8-4AC0-BC36-C2BA5440625C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6E342B-75A7-4B70-9C03-0CE04872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DC5F0-D402-4200-A3DF-41341D675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3E7E-9DFE-4A1E-AEC2-D2E19E891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775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1C786B-89FF-4B70-B413-CF9F4FE6EE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18D656-4DCF-4FCD-987B-3766B43B06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1A09D1-F7EE-49FF-847F-2BA5B9D4A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1294E-E5A8-4AC0-BC36-C2BA5440625C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4B355D-B132-4F33-AB04-61E1A1489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7A51A3-7091-48CF-B98C-03AF74F90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3E7E-9DFE-4A1E-AEC2-D2E19E891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433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579B4-3455-48EB-BC42-53EACC073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DBE214-C24F-4958-8779-3412B41965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5BA94E-504A-40A5-A791-F646936AD6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91294E-E5A8-4AC0-BC36-C2BA5440625C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F20237-BE98-4F01-A3D8-22364C89EF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9E9C7-15FC-4792-826E-056C89E48C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383E7E-9DFE-4A1E-AEC2-D2E19E891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636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BF09116-5987-43DE-9F4D-C42314E70D2A}"/>
              </a:ext>
            </a:extLst>
          </p:cNvPr>
          <p:cNvSpPr/>
          <p:nvPr/>
        </p:nvSpPr>
        <p:spPr>
          <a:xfrm>
            <a:off x="8067675" y="-7144"/>
            <a:ext cx="4124325" cy="6867525"/>
          </a:xfrm>
          <a:custGeom>
            <a:avLst/>
            <a:gdLst>
              <a:gd name="connsiteX0" fmla="*/ 7144 w 4124325"/>
              <a:gd name="connsiteY0" fmla="*/ 7144 h 6867525"/>
              <a:gd name="connsiteX1" fmla="*/ 4122516 w 4124325"/>
              <a:gd name="connsiteY1" fmla="*/ 7144 h 6867525"/>
              <a:gd name="connsiteX2" fmla="*/ 4122516 w 4124325"/>
              <a:gd name="connsiteY2" fmla="*/ 6865144 h 6867525"/>
              <a:gd name="connsiteX3" fmla="*/ 7145 w 4124325"/>
              <a:gd name="connsiteY3" fmla="*/ 6865144 h 6867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24325" h="6867525">
                <a:moveTo>
                  <a:pt x="7144" y="7144"/>
                </a:moveTo>
                <a:lnTo>
                  <a:pt x="4122516" y="7144"/>
                </a:lnTo>
                <a:lnTo>
                  <a:pt x="4122516" y="6865144"/>
                </a:lnTo>
                <a:lnTo>
                  <a:pt x="7145" y="6865144"/>
                </a:lnTo>
                <a:close/>
              </a:path>
            </a:pathLst>
          </a:custGeom>
          <a:solidFill>
            <a:srgbClr val="0A193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305371C-206B-4101-83A0-C87DE6EC5605}"/>
              </a:ext>
            </a:extLst>
          </p:cNvPr>
          <p:cNvSpPr/>
          <p:nvPr/>
        </p:nvSpPr>
        <p:spPr>
          <a:xfrm>
            <a:off x="1354741" y="5498878"/>
            <a:ext cx="4552950" cy="1362075"/>
          </a:xfrm>
          <a:custGeom>
            <a:avLst/>
            <a:gdLst>
              <a:gd name="connsiteX0" fmla="*/ 7144 w 4552950"/>
              <a:gd name="connsiteY0" fmla="*/ 1359122 h 1362075"/>
              <a:gd name="connsiteX1" fmla="*/ 7144 w 4552950"/>
              <a:gd name="connsiteY1" fmla="*/ 1359122 h 1362075"/>
              <a:gd name="connsiteX2" fmla="*/ 1359122 w 4552950"/>
              <a:gd name="connsiteY2" fmla="*/ 7144 h 1362075"/>
              <a:gd name="connsiteX3" fmla="*/ 3194685 w 4552950"/>
              <a:gd name="connsiteY3" fmla="*/ 7144 h 1362075"/>
              <a:gd name="connsiteX4" fmla="*/ 4546664 w 4552950"/>
              <a:gd name="connsiteY4" fmla="*/ 1359122 h 1362075"/>
              <a:gd name="connsiteX5" fmla="*/ 4546664 w 4552950"/>
              <a:gd name="connsiteY5" fmla="*/ 1359122 h 1362075"/>
              <a:gd name="connsiteX6" fmla="*/ 7144 w 4552950"/>
              <a:gd name="connsiteY6" fmla="*/ 1359122 h 1362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52950" h="1362075">
                <a:moveTo>
                  <a:pt x="7144" y="1359122"/>
                </a:moveTo>
                <a:lnTo>
                  <a:pt x="7144" y="1359122"/>
                </a:lnTo>
                <a:cubicBezTo>
                  <a:pt x="7144" y="612457"/>
                  <a:pt x="612457" y="7144"/>
                  <a:pt x="1359122" y="7144"/>
                </a:cubicBezTo>
                <a:lnTo>
                  <a:pt x="3194685" y="7144"/>
                </a:lnTo>
                <a:cubicBezTo>
                  <a:pt x="3941350" y="7144"/>
                  <a:pt x="4546664" y="612457"/>
                  <a:pt x="4546664" y="1359122"/>
                </a:cubicBezTo>
                <a:lnTo>
                  <a:pt x="4546664" y="1359122"/>
                </a:lnTo>
                <a:lnTo>
                  <a:pt x="7144" y="1359122"/>
                </a:lnTo>
                <a:close/>
              </a:path>
            </a:pathLst>
          </a:custGeom>
          <a:solidFill>
            <a:srgbClr val="0A193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DA61323-BC68-435E-88F1-9F58A3DAE52A}"/>
              </a:ext>
            </a:extLst>
          </p:cNvPr>
          <p:cNvSpPr/>
          <p:nvPr/>
        </p:nvSpPr>
        <p:spPr>
          <a:xfrm>
            <a:off x="1354836" y="-7144"/>
            <a:ext cx="4552950" cy="1362075"/>
          </a:xfrm>
          <a:custGeom>
            <a:avLst/>
            <a:gdLst>
              <a:gd name="connsiteX0" fmla="*/ 4546664 w 4552950"/>
              <a:gd name="connsiteY0" fmla="*/ 7144 h 1362075"/>
              <a:gd name="connsiteX1" fmla="*/ 4546664 w 4552950"/>
              <a:gd name="connsiteY1" fmla="*/ 7144 h 1362075"/>
              <a:gd name="connsiteX2" fmla="*/ 3194685 w 4552950"/>
              <a:gd name="connsiteY2" fmla="*/ 1359122 h 1362075"/>
              <a:gd name="connsiteX3" fmla="*/ 1359122 w 4552950"/>
              <a:gd name="connsiteY3" fmla="*/ 1359122 h 1362075"/>
              <a:gd name="connsiteX4" fmla="*/ 7144 w 4552950"/>
              <a:gd name="connsiteY4" fmla="*/ 7144 h 1362075"/>
              <a:gd name="connsiteX5" fmla="*/ 7144 w 4552950"/>
              <a:gd name="connsiteY5" fmla="*/ 7144 h 1362075"/>
              <a:gd name="connsiteX6" fmla="*/ 4546664 w 4552950"/>
              <a:gd name="connsiteY6" fmla="*/ 7144 h 1362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52950" h="1362075">
                <a:moveTo>
                  <a:pt x="4546664" y="7144"/>
                </a:moveTo>
                <a:lnTo>
                  <a:pt x="4546664" y="7144"/>
                </a:lnTo>
                <a:cubicBezTo>
                  <a:pt x="4546664" y="753809"/>
                  <a:pt x="3941350" y="1359122"/>
                  <a:pt x="3194685" y="1359122"/>
                </a:cubicBezTo>
                <a:lnTo>
                  <a:pt x="1359122" y="1359122"/>
                </a:lnTo>
                <a:cubicBezTo>
                  <a:pt x="612457" y="1359122"/>
                  <a:pt x="7144" y="753809"/>
                  <a:pt x="7144" y="7144"/>
                </a:cubicBezTo>
                <a:lnTo>
                  <a:pt x="7144" y="7144"/>
                </a:lnTo>
                <a:lnTo>
                  <a:pt x="4546664" y="7144"/>
                </a:lnTo>
                <a:close/>
              </a:path>
            </a:pathLst>
          </a:custGeom>
          <a:solidFill>
            <a:srgbClr val="EFEFE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E7597E5-7984-4EC2-AEE6-99D2985C339B}"/>
              </a:ext>
            </a:extLst>
          </p:cNvPr>
          <p:cNvSpPr/>
          <p:nvPr/>
        </p:nvSpPr>
        <p:spPr>
          <a:xfrm>
            <a:off x="551069" y="925194"/>
            <a:ext cx="247650" cy="247650"/>
          </a:xfrm>
          <a:custGeom>
            <a:avLst/>
            <a:gdLst>
              <a:gd name="connsiteX0" fmla="*/ 245650 w 247650"/>
              <a:gd name="connsiteY0" fmla="*/ 126397 h 247650"/>
              <a:gd name="connsiteX1" fmla="*/ 126397 w 247650"/>
              <a:gd name="connsiteY1" fmla="*/ 245650 h 247650"/>
              <a:gd name="connsiteX2" fmla="*/ 7144 w 247650"/>
              <a:gd name="connsiteY2" fmla="*/ 126397 h 247650"/>
              <a:gd name="connsiteX3" fmla="*/ 126397 w 247650"/>
              <a:gd name="connsiteY3" fmla="*/ 7144 h 247650"/>
              <a:gd name="connsiteX4" fmla="*/ 245650 w 247650"/>
              <a:gd name="connsiteY4" fmla="*/ 126397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7650" h="247650">
                <a:moveTo>
                  <a:pt x="245650" y="126397"/>
                </a:moveTo>
                <a:cubicBezTo>
                  <a:pt x="245650" y="192258"/>
                  <a:pt x="192258" y="245650"/>
                  <a:pt x="126397" y="245650"/>
                </a:cubicBezTo>
                <a:cubicBezTo>
                  <a:pt x="60535" y="245650"/>
                  <a:pt x="7144" y="192258"/>
                  <a:pt x="7144" y="126397"/>
                </a:cubicBezTo>
                <a:cubicBezTo>
                  <a:pt x="7144" y="60535"/>
                  <a:pt x="60535" y="7144"/>
                  <a:pt x="126397" y="7144"/>
                </a:cubicBezTo>
                <a:cubicBezTo>
                  <a:pt x="192258" y="7144"/>
                  <a:pt x="245650" y="60535"/>
                  <a:pt x="245650" y="126397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E055349-714A-4781-8A3A-7F5B04C27B2D}"/>
              </a:ext>
            </a:extLst>
          </p:cNvPr>
          <p:cNvSpPr/>
          <p:nvPr/>
        </p:nvSpPr>
        <p:spPr>
          <a:xfrm>
            <a:off x="7179374" y="5984748"/>
            <a:ext cx="247650" cy="247650"/>
          </a:xfrm>
          <a:custGeom>
            <a:avLst/>
            <a:gdLst>
              <a:gd name="connsiteX0" fmla="*/ 245650 w 247650"/>
              <a:gd name="connsiteY0" fmla="*/ 126397 h 247650"/>
              <a:gd name="connsiteX1" fmla="*/ 126397 w 247650"/>
              <a:gd name="connsiteY1" fmla="*/ 245650 h 247650"/>
              <a:gd name="connsiteX2" fmla="*/ 7144 w 247650"/>
              <a:gd name="connsiteY2" fmla="*/ 126397 h 247650"/>
              <a:gd name="connsiteX3" fmla="*/ 126397 w 247650"/>
              <a:gd name="connsiteY3" fmla="*/ 7144 h 247650"/>
              <a:gd name="connsiteX4" fmla="*/ 245650 w 247650"/>
              <a:gd name="connsiteY4" fmla="*/ 126397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7650" h="247650">
                <a:moveTo>
                  <a:pt x="245650" y="126397"/>
                </a:moveTo>
                <a:cubicBezTo>
                  <a:pt x="245650" y="192259"/>
                  <a:pt x="192259" y="245650"/>
                  <a:pt x="126397" y="245650"/>
                </a:cubicBezTo>
                <a:cubicBezTo>
                  <a:pt x="60535" y="245650"/>
                  <a:pt x="7144" y="192259"/>
                  <a:pt x="7144" y="126397"/>
                </a:cubicBezTo>
                <a:cubicBezTo>
                  <a:pt x="7144" y="60535"/>
                  <a:pt x="60535" y="7144"/>
                  <a:pt x="126397" y="7144"/>
                </a:cubicBezTo>
                <a:cubicBezTo>
                  <a:pt x="192259" y="7144"/>
                  <a:pt x="245650" y="60535"/>
                  <a:pt x="245650" y="126397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61132DE-F0DA-49AA-ABD4-100EFFD8E850}"/>
              </a:ext>
            </a:extLst>
          </p:cNvPr>
          <p:cNvSpPr/>
          <p:nvPr/>
        </p:nvSpPr>
        <p:spPr>
          <a:xfrm>
            <a:off x="6707791" y="677544"/>
            <a:ext cx="247650" cy="247650"/>
          </a:xfrm>
          <a:custGeom>
            <a:avLst/>
            <a:gdLst>
              <a:gd name="connsiteX0" fmla="*/ 245650 w 247650"/>
              <a:gd name="connsiteY0" fmla="*/ 126397 h 247650"/>
              <a:gd name="connsiteX1" fmla="*/ 126397 w 247650"/>
              <a:gd name="connsiteY1" fmla="*/ 245650 h 247650"/>
              <a:gd name="connsiteX2" fmla="*/ 7144 w 247650"/>
              <a:gd name="connsiteY2" fmla="*/ 126397 h 247650"/>
              <a:gd name="connsiteX3" fmla="*/ 126397 w 247650"/>
              <a:gd name="connsiteY3" fmla="*/ 7144 h 247650"/>
              <a:gd name="connsiteX4" fmla="*/ 245650 w 247650"/>
              <a:gd name="connsiteY4" fmla="*/ 126397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7650" h="247650">
                <a:moveTo>
                  <a:pt x="245650" y="126397"/>
                </a:moveTo>
                <a:cubicBezTo>
                  <a:pt x="245650" y="192258"/>
                  <a:pt x="192259" y="245650"/>
                  <a:pt x="126397" y="245650"/>
                </a:cubicBezTo>
                <a:cubicBezTo>
                  <a:pt x="60535" y="245650"/>
                  <a:pt x="7144" y="192258"/>
                  <a:pt x="7144" y="126397"/>
                </a:cubicBezTo>
                <a:cubicBezTo>
                  <a:pt x="7144" y="60535"/>
                  <a:pt x="60535" y="7144"/>
                  <a:pt x="126397" y="7144"/>
                </a:cubicBezTo>
                <a:cubicBezTo>
                  <a:pt x="192259" y="7144"/>
                  <a:pt x="245650" y="60535"/>
                  <a:pt x="245650" y="126397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F387F14-8CBB-43F7-AEB1-8617EF888788}"/>
              </a:ext>
            </a:extLst>
          </p:cNvPr>
          <p:cNvSpPr/>
          <p:nvPr/>
        </p:nvSpPr>
        <p:spPr>
          <a:xfrm>
            <a:off x="5480911" y="4857372"/>
            <a:ext cx="247650" cy="247650"/>
          </a:xfrm>
          <a:custGeom>
            <a:avLst/>
            <a:gdLst>
              <a:gd name="connsiteX0" fmla="*/ 245650 w 247650"/>
              <a:gd name="connsiteY0" fmla="*/ 126397 h 247650"/>
              <a:gd name="connsiteX1" fmla="*/ 126397 w 247650"/>
              <a:gd name="connsiteY1" fmla="*/ 245650 h 247650"/>
              <a:gd name="connsiteX2" fmla="*/ 7144 w 247650"/>
              <a:gd name="connsiteY2" fmla="*/ 126397 h 247650"/>
              <a:gd name="connsiteX3" fmla="*/ 126397 w 247650"/>
              <a:gd name="connsiteY3" fmla="*/ 7144 h 247650"/>
              <a:gd name="connsiteX4" fmla="*/ 245650 w 247650"/>
              <a:gd name="connsiteY4" fmla="*/ 126397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7650" h="247650">
                <a:moveTo>
                  <a:pt x="245650" y="126397"/>
                </a:moveTo>
                <a:cubicBezTo>
                  <a:pt x="245650" y="192258"/>
                  <a:pt x="192259" y="245650"/>
                  <a:pt x="126397" y="245650"/>
                </a:cubicBezTo>
                <a:cubicBezTo>
                  <a:pt x="60535" y="245650"/>
                  <a:pt x="7144" y="192258"/>
                  <a:pt x="7144" y="126397"/>
                </a:cubicBezTo>
                <a:cubicBezTo>
                  <a:pt x="7144" y="60535"/>
                  <a:pt x="60535" y="7144"/>
                  <a:pt x="126397" y="7144"/>
                </a:cubicBezTo>
                <a:cubicBezTo>
                  <a:pt x="192259" y="7144"/>
                  <a:pt x="245650" y="60535"/>
                  <a:pt x="245650" y="126397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5B1E42B-E59B-495B-AC67-1D8BDB9762C4}"/>
              </a:ext>
            </a:extLst>
          </p:cNvPr>
          <p:cNvSpPr/>
          <p:nvPr/>
        </p:nvSpPr>
        <p:spPr>
          <a:xfrm>
            <a:off x="550974" y="5251228"/>
            <a:ext cx="247650" cy="247650"/>
          </a:xfrm>
          <a:custGeom>
            <a:avLst/>
            <a:gdLst>
              <a:gd name="connsiteX0" fmla="*/ 245650 w 247650"/>
              <a:gd name="connsiteY0" fmla="*/ 126397 h 247650"/>
              <a:gd name="connsiteX1" fmla="*/ 126397 w 247650"/>
              <a:gd name="connsiteY1" fmla="*/ 245650 h 247650"/>
              <a:gd name="connsiteX2" fmla="*/ 7144 w 247650"/>
              <a:gd name="connsiteY2" fmla="*/ 126397 h 247650"/>
              <a:gd name="connsiteX3" fmla="*/ 126397 w 247650"/>
              <a:gd name="connsiteY3" fmla="*/ 7144 h 247650"/>
              <a:gd name="connsiteX4" fmla="*/ 245650 w 247650"/>
              <a:gd name="connsiteY4" fmla="*/ 126397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7650" h="247650">
                <a:moveTo>
                  <a:pt x="245650" y="126397"/>
                </a:moveTo>
                <a:cubicBezTo>
                  <a:pt x="245650" y="192259"/>
                  <a:pt x="192258" y="245650"/>
                  <a:pt x="126397" y="245650"/>
                </a:cubicBezTo>
                <a:cubicBezTo>
                  <a:pt x="60535" y="245650"/>
                  <a:pt x="7144" y="192259"/>
                  <a:pt x="7144" y="126397"/>
                </a:cubicBezTo>
                <a:cubicBezTo>
                  <a:pt x="7144" y="60535"/>
                  <a:pt x="60535" y="7144"/>
                  <a:pt x="126397" y="7144"/>
                </a:cubicBezTo>
                <a:cubicBezTo>
                  <a:pt x="192258" y="7144"/>
                  <a:pt x="245650" y="60535"/>
                  <a:pt x="245650" y="126397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5220CD-AFA7-4BF0-A678-BBDB0525C165}"/>
              </a:ext>
            </a:extLst>
          </p:cNvPr>
          <p:cNvSpPr txBox="1"/>
          <p:nvPr/>
        </p:nvSpPr>
        <p:spPr>
          <a:xfrm>
            <a:off x="1295313" y="1856958"/>
            <a:ext cx="579595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chemeClr val="accent2"/>
                </a:solidFill>
                <a:latin typeface="+mj-lt"/>
              </a:rPr>
              <a:t>Internship</a:t>
            </a:r>
          </a:p>
        </p:txBody>
      </p:sp>
      <p:sp>
        <p:nvSpPr>
          <p:cNvPr id="18" name="Graphic 16">
            <a:extLst>
              <a:ext uri="{FF2B5EF4-FFF2-40B4-BE49-F238E27FC236}">
                <a16:creationId xmlns:a16="http://schemas.microsoft.com/office/drawing/2014/main" id="{A261940C-C176-4222-87B8-0CC41333B014}"/>
              </a:ext>
            </a:extLst>
          </p:cNvPr>
          <p:cNvSpPr/>
          <p:nvPr/>
        </p:nvSpPr>
        <p:spPr>
          <a:xfrm>
            <a:off x="11794331" y="-7144"/>
            <a:ext cx="400050" cy="6867525"/>
          </a:xfrm>
          <a:custGeom>
            <a:avLst/>
            <a:gdLst>
              <a:gd name="connsiteX0" fmla="*/ 7144 w 400050"/>
              <a:gd name="connsiteY0" fmla="*/ 7144 h 6867525"/>
              <a:gd name="connsiteX1" fmla="*/ 397669 w 400050"/>
              <a:gd name="connsiteY1" fmla="*/ 7144 h 6867525"/>
              <a:gd name="connsiteX2" fmla="*/ 397669 w 400050"/>
              <a:gd name="connsiteY2" fmla="*/ 6865144 h 6867525"/>
              <a:gd name="connsiteX3" fmla="*/ 7144 w 400050"/>
              <a:gd name="connsiteY3" fmla="*/ 6865144 h 6867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0050" h="6867525">
                <a:moveTo>
                  <a:pt x="7144" y="7144"/>
                </a:moveTo>
                <a:lnTo>
                  <a:pt x="397669" y="7144"/>
                </a:lnTo>
                <a:lnTo>
                  <a:pt x="397669" y="6865144"/>
                </a:lnTo>
                <a:lnTo>
                  <a:pt x="7144" y="6865144"/>
                </a:lnTo>
                <a:close/>
              </a:path>
            </a:pathLst>
          </a:custGeom>
          <a:solidFill>
            <a:srgbClr val="EFEFE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307D8A-0CDB-49C6-87B7-FC5CB835C7BA}"/>
              </a:ext>
            </a:extLst>
          </p:cNvPr>
          <p:cNvSpPr/>
          <p:nvPr/>
        </p:nvSpPr>
        <p:spPr>
          <a:xfrm>
            <a:off x="8127103" y="524604"/>
            <a:ext cx="3729038" cy="15388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u="sng" dirty="0">
                <a:solidFill>
                  <a:schemeClr val="bg1"/>
                </a:solidFill>
              </a:rPr>
              <a:t>Team Members</a:t>
            </a:r>
          </a:p>
          <a:p>
            <a:pPr algn="ctr"/>
            <a:r>
              <a:rPr lang="en-US" sz="2200" b="1" dirty="0">
                <a:solidFill>
                  <a:schemeClr val="bg1"/>
                </a:solidFill>
              </a:rPr>
              <a:t>_________________________</a:t>
            </a:r>
            <a:br>
              <a:rPr lang="en-US" sz="2200" b="1" dirty="0">
                <a:solidFill>
                  <a:schemeClr val="bg1"/>
                </a:solidFill>
              </a:rPr>
            </a:br>
            <a:r>
              <a:rPr lang="en-US" sz="2200" b="1" dirty="0">
                <a:solidFill>
                  <a:schemeClr val="bg1"/>
                </a:solidFill>
              </a:rPr>
              <a:t>Name: Md Sakhawat Hossain</a:t>
            </a:r>
          </a:p>
          <a:p>
            <a:pPr algn="ctr"/>
            <a:r>
              <a:rPr lang="en-US" sz="2200" b="1" dirty="0">
                <a:solidFill>
                  <a:schemeClr val="bg1"/>
                </a:solidFill>
              </a:rPr>
              <a:t>ID: 383552</a:t>
            </a:r>
          </a:p>
        </p:txBody>
      </p:sp>
    </p:spTree>
    <p:extLst>
      <p:ext uri="{BB962C8B-B14F-4D97-AF65-F5344CB8AC3E}">
        <p14:creationId xmlns:p14="http://schemas.microsoft.com/office/powerpoint/2010/main" val="4091777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75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5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/>
      <p:bldP spid="18" grpId="0" animBg="1"/>
      <p:bldP spid="17" grpId="0" build="allAtOnce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47">
            <a:extLst>
              <a:ext uri="{FF2B5EF4-FFF2-40B4-BE49-F238E27FC236}">
                <a16:creationId xmlns:a16="http://schemas.microsoft.com/office/drawing/2014/main" id="{8B20C6C3-B2E5-45A0-887C-1B9577C96676}"/>
              </a:ext>
            </a:extLst>
          </p:cNvPr>
          <p:cNvSpPr txBox="1"/>
          <p:nvPr/>
        </p:nvSpPr>
        <p:spPr>
          <a:xfrm>
            <a:off x="2457651" y="352870"/>
            <a:ext cx="72766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Software </a:t>
            </a:r>
            <a:r>
              <a:rPr lang="en-US" sz="6000" b="1" u="sng" dirty="0">
                <a:solidFill>
                  <a:srgbClr val="185AD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Architecture</a:t>
            </a:r>
          </a:p>
        </p:txBody>
      </p:sp>
      <p:sp>
        <p:nvSpPr>
          <p:cNvPr id="87" name="Freeform: Shape 86">
            <a:extLst>
              <a:ext uri="{FF2B5EF4-FFF2-40B4-BE49-F238E27FC236}">
                <a16:creationId xmlns:a16="http://schemas.microsoft.com/office/drawing/2014/main" id="{798CADB7-B8B8-4EAE-8F10-B49B6670FDC8}"/>
              </a:ext>
            </a:extLst>
          </p:cNvPr>
          <p:cNvSpPr/>
          <p:nvPr/>
        </p:nvSpPr>
        <p:spPr>
          <a:xfrm>
            <a:off x="1677829" y="1637396"/>
            <a:ext cx="190500" cy="190500"/>
          </a:xfrm>
          <a:custGeom>
            <a:avLst/>
            <a:gdLst>
              <a:gd name="connsiteX0" fmla="*/ 183928 w 190500"/>
              <a:gd name="connsiteY0" fmla="*/ 95536 h 190500"/>
              <a:gd name="connsiteX1" fmla="*/ 95536 w 190500"/>
              <a:gd name="connsiteY1" fmla="*/ 183928 h 190500"/>
              <a:gd name="connsiteX2" fmla="*/ 7144 w 190500"/>
              <a:gd name="connsiteY2" fmla="*/ 95536 h 190500"/>
              <a:gd name="connsiteX3" fmla="*/ 95536 w 190500"/>
              <a:gd name="connsiteY3" fmla="*/ 7144 h 190500"/>
              <a:gd name="connsiteX4" fmla="*/ 183928 w 190500"/>
              <a:gd name="connsiteY4" fmla="*/ 95536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500" h="190500">
                <a:moveTo>
                  <a:pt x="183928" y="95536"/>
                </a:moveTo>
                <a:cubicBezTo>
                  <a:pt x="183928" y="144353"/>
                  <a:pt x="144353" y="183928"/>
                  <a:pt x="95536" y="183928"/>
                </a:cubicBezTo>
                <a:cubicBezTo>
                  <a:pt x="46718" y="183928"/>
                  <a:pt x="7144" y="144353"/>
                  <a:pt x="7144" y="95536"/>
                </a:cubicBezTo>
                <a:cubicBezTo>
                  <a:pt x="7144" y="46718"/>
                  <a:pt x="46718" y="7144"/>
                  <a:pt x="95536" y="7144"/>
                </a:cubicBezTo>
                <a:cubicBezTo>
                  <a:pt x="144353" y="7144"/>
                  <a:pt x="183928" y="46718"/>
                  <a:pt x="183928" y="95536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8" name="Freeform: Shape 87">
            <a:extLst>
              <a:ext uri="{FF2B5EF4-FFF2-40B4-BE49-F238E27FC236}">
                <a16:creationId xmlns:a16="http://schemas.microsoft.com/office/drawing/2014/main" id="{CA511FB9-8ED9-4E1C-895E-DCB4DA0204CC}"/>
              </a:ext>
            </a:extLst>
          </p:cNvPr>
          <p:cNvSpPr/>
          <p:nvPr/>
        </p:nvSpPr>
        <p:spPr>
          <a:xfrm>
            <a:off x="11238929" y="894350"/>
            <a:ext cx="190500" cy="190500"/>
          </a:xfrm>
          <a:custGeom>
            <a:avLst/>
            <a:gdLst>
              <a:gd name="connsiteX0" fmla="*/ 183928 w 190500"/>
              <a:gd name="connsiteY0" fmla="*/ 95536 h 190500"/>
              <a:gd name="connsiteX1" fmla="*/ 95535 w 190500"/>
              <a:gd name="connsiteY1" fmla="*/ 183928 h 190500"/>
              <a:gd name="connsiteX2" fmla="*/ 7143 w 190500"/>
              <a:gd name="connsiteY2" fmla="*/ 95536 h 190500"/>
              <a:gd name="connsiteX3" fmla="*/ 95535 w 190500"/>
              <a:gd name="connsiteY3" fmla="*/ 7144 h 190500"/>
              <a:gd name="connsiteX4" fmla="*/ 183928 w 190500"/>
              <a:gd name="connsiteY4" fmla="*/ 95536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500" h="190500">
                <a:moveTo>
                  <a:pt x="183928" y="95536"/>
                </a:moveTo>
                <a:cubicBezTo>
                  <a:pt x="183928" y="144353"/>
                  <a:pt x="144353" y="183928"/>
                  <a:pt x="95535" y="183928"/>
                </a:cubicBezTo>
                <a:cubicBezTo>
                  <a:pt x="46718" y="183928"/>
                  <a:pt x="7143" y="144353"/>
                  <a:pt x="7143" y="95536"/>
                </a:cubicBezTo>
                <a:cubicBezTo>
                  <a:pt x="7143" y="46718"/>
                  <a:pt x="46718" y="7144"/>
                  <a:pt x="95535" y="7144"/>
                </a:cubicBezTo>
                <a:cubicBezTo>
                  <a:pt x="144353" y="7144"/>
                  <a:pt x="183928" y="46718"/>
                  <a:pt x="183928" y="95536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50F2AECE-4F95-4A67-A7AC-0745E569C6DB}"/>
              </a:ext>
            </a:extLst>
          </p:cNvPr>
          <p:cNvSpPr/>
          <p:nvPr/>
        </p:nvSpPr>
        <p:spPr>
          <a:xfrm>
            <a:off x="7921657" y="6370749"/>
            <a:ext cx="190500" cy="190500"/>
          </a:xfrm>
          <a:custGeom>
            <a:avLst/>
            <a:gdLst>
              <a:gd name="connsiteX0" fmla="*/ 183928 w 190500"/>
              <a:gd name="connsiteY0" fmla="*/ 95536 h 190500"/>
              <a:gd name="connsiteX1" fmla="*/ 95535 w 190500"/>
              <a:gd name="connsiteY1" fmla="*/ 183928 h 190500"/>
              <a:gd name="connsiteX2" fmla="*/ 7143 w 190500"/>
              <a:gd name="connsiteY2" fmla="*/ 95536 h 190500"/>
              <a:gd name="connsiteX3" fmla="*/ 95535 w 190500"/>
              <a:gd name="connsiteY3" fmla="*/ 7144 h 190500"/>
              <a:gd name="connsiteX4" fmla="*/ 183928 w 190500"/>
              <a:gd name="connsiteY4" fmla="*/ 95536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500" h="190500">
                <a:moveTo>
                  <a:pt x="183928" y="95536"/>
                </a:moveTo>
                <a:cubicBezTo>
                  <a:pt x="183928" y="144353"/>
                  <a:pt x="144353" y="183928"/>
                  <a:pt x="95535" y="183928"/>
                </a:cubicBezTo>
                <a:cubicBezTo>
                  <a:pt x="46718" y="183928"/>
                  <a:pt x="7143" y="144354"/>
                  <a:pt x="7143" y="95536"/>
                </a:cubicBezTo>
                <a:cubicBezTo>
                  <a:pt x="7143" y="46719"/>
                  <a:pt x="46717" y="7144"/>
                  <a:pt x="95535" y="7144"/>
                </a:cubicBezTo>
                <a:cubicBezTo>
                  <a:pt x="144353" y="7144"/>
                  <a:pt x="183928" y="46718"/>
                  <a:pt x="183928" y="95536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53CD1C5-D869-9177-F41D-2974A96661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048" y="1592128"/>
            <a:ext cx="11093903" cy="4555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4560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87" grpId="0" animBg="1"/>
      <p:bldP spid="88" grpId="0" animBg="1"/>
      <p:bldP spid="8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47">
            <a:extLst>
              <a:ext uri="{FF2B5EF4-FFF2-40B4-BE49-F238E27FC236}">
                <a16:creationId xmlns:a16="http://schemas.microsoft.com/office/drawing/2014/main" id="{8B20C6C3-B2E5-45A0-887C-1B9577C96676}"/>
              </a:ext>
            </a:extLst>
          </p:cNvPr>
          <p:cNvSpPr txBox="1"/>
          <p:nvPr/>
        </p:nvSpPr>
        <p:spPr>
          <a:xfrm>
            <a:off x="2457651" y="352870"/>
            <a:ext cx="72766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u="sng" dirty="0">
                <a:solidFill>
                  <a:srgbClr val="185AD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Technology</a:t>
            </a:r>
          </a:p>
        </p:txBody>
      </p:sp>
      <p:sp>
        <p:nvSpPr>
          <p:cNvPr id="87" name="Freeform: Shape 86">
            <a:extLst>
              <a:ext uri="{FF2B5EF4-FFF2-40B4-BE49-F238E27FC236}">
                <a16:creationId xmlns:a16="http://schemas.microsoft.com/office/drawing/2014/main" id="{798CADB7-B8B8-4EAE-8F10-B49B6670FDC8}"/>
              </a:ext>
            </a:extLst>
          </p:cNvPr>
          <p:cNvSpPr/>
          <p:nvPr/>
        </p:nvSpPr>
        <p:spPr>
          <a:xfrm>
            <a:off x="1677829" y="1637396"/>
            <a:ext cx="190500" cy="190500"/>
          </a:xfrm>
          <a:custGeom>
            <a:avLst/>
            <a:gdLst>
              <a:gd name="connsiteX0" fmla="*/ 183928 w 190500"/>
              <a:gd name="connsiteY0" fmla="*/ 95536 h 190500"/>
              <a:gd name="connsiteX1" fmla="*/ 95536 w 190500"/>
              <a:gd name="connsiteY1" fmla="*/ 183928 h 190500"/>
              <a:gd name="connsiteX2" fmla="*/ 7144 w 190500"/>
              <a:gd name="connsiteY2" fmla="*/ 95536 h 190500"/>
              <a:gd name="connsiteX3" fmla="*/ 95536 w 190500"/>
              <a:gd name="connsiteY3" fmla="*/ 7144 h 190500"/>
              <a:gd name="connsiteX4" fmla="*/ 183928 w 190500"/>
              <a:gd name="connsiteY4" fmla="*/ 95536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500" h="190500">
                <a:moveTo>
                  <a:pt x="183928" y="95536"/>
                </a:moveTo>
                <a:cubicBezTo>
                  <a:pt x="183928" y="144353"/>
                  <a:pt x="144353" y="183928"/>
                  <a:pt x="95536" y="183928"/>
                </a:cubicBezTo>
                <a:cubicBezTo>
                  <a:pt x="46718" y="183928"/>
                  <a:pt x="7144" y="144353"/>
                  <a:pt x="7144" y="95536"/>
                </a:cubicBezTo>
                <a:cubicBezTo>
                  <a:pt x="7144" y="46718"/>
                  <a:pt x="46718" y="7144"/>
                  <a:pt x="95536" y="7144"/>
                </a:cubicBezTo>
                <a:cubicBezTo>
                  <a:pt x="144353" y="7144"/>
                  <a:pt x="183928" y="46718"/>
                  <a:pt x="183928" y="95536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8" name="Freeform: Shape 87">
            <a:extLst>
              <a:ext uri="{FF2B5EF4-FFF2-40B4-BE49-F238E27FC236}">
                <a16:creationId xmlns:a16="http://schemas.microsoft.com/office/drawing/2014/main" id="{CA511FB9-8ED9-4E1C-895E-DCB4DA0204CC}"/>
              </a:ext>
            </a:extLst>
          </p:cNvPr>
          <p:cNvSpPr/>
          <p:nvPr/>
        </p:nvSpPr>
        <p:spPr>
          <a:xfrm>
            <a:off x="11238929" y="894350"/>
            <a:ext cx="190500" cy="190500"/>
          </a:xfrm>
          <a:custGeom>
            <a:avLst/>
            <a:gdLst>
              <a:gd name="connsiteX0" fmla="*/ 183928 w 190500"/>
              <a:gd name="connsiteY0" fmla="*/ 95536 h 190500"/>
              <a:gd name="connsiteX1" fmla="*/ 95535 w 190500"/>
              <a:gd name="connsiteY1" fmla="*/ 183928 h 190500"/>
              <a:gd name="connsiteX2" fmla="*/ 7143 w 190500"/>
              <a:gd name="connsiteY2" fmla="*/ 95536 h 190500"/>
              <a:gd name="connsiteX3" fmla="*/ 95535 w 190500"/>
              <a:gd name="connsiteY3" fmla="*/ 7144 h 190500"/>
              <a:gd name="connsiteX4" fmla="*/ 183928 w 190500"/>
              <a:gd name="connsiteY4" fmla="*/ 95536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500" h="190500">
                <a:moveTo>
                  <a:pt x="183928" y="95536"/>
                </a:moveTo>
                <a:cubicBezTo>
                  <a:pt x="183928" y="144353"/>
                  <a:pt x="144353" y="183928"/>
                  <a:pt x="95535" y="183928"/>
                </a:cubicBezTo>
                <a:cubicBezTo>
                  <a:pt x="46718" y="183928"/>
                  <a:pt x="7143" y="144353"/>
                  <a:pt x="7143" y="95536"/>
                </a:cubicBezTo>
                <a:cubicBezTo>
                  <a:pt x="7143" y="46718"/>
                  <a:pt x="46718" y="7144"/>
                  <a:pt x="95535" y="7144"/>
                </a:cubicBezTo>
                <a:cubicBezTo>
                  <a:pt x="144353" y="7144"/>
                  <a:pt x="183928" y="46718"/>
                  <a:pt x="183928" y="95536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50F2AECE-4F95-4A67-A7AC-0745E569C6DB}"/>
              </a:ext>
            </a:extLst>
          </p:cNvPr>
          <p:cNvSpPr/>
          <p:nvPr/>
        </p:nvSpPr>
        <p:spPr>
          <a:xfrm>
            <a:off x="7921657" y="6370749"/>
            <a:ext cx="190500" cy="190500"/>
          </a:xfrm>
          <a:custGeom>
            <a:avLst/>
            <a:gdLst>
              <a:gd name="connsiteX0" fmla="*/ 183928 w 190500"/>
              <a:gd name="connsiteY0" fmla="*/ 95536 h 190500"/>
              <a:gd name="connsiteX1" fmla="*/ 95535 w 190500"/>
              <a:gd name="connsiteY1" fmla="*/ 183928 h 190500"/>
              <a:gd name="connsiteX2" fmla="*/ 7143 w 190500"/>
              <a:gd name="connsiteY2" fmla="*/ 95536 h 190500"/>
              <a:gd name="connsiteX3" fmla="*/ 95535 w 190500"/>
              <a:gd name="connsiteY3" fmla="*/ 7144 h 190500"/>
              <a:gd name="connsiteX4" fmla="*/ 183928 w 190500"/>
              <a:gd name="connsiteY4" fmla="*/ 95536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500" h="190500">
                <a:moveTo>
                  <a:pt x="183928" y="95536"/>
                </a:moveTo>
                <a:cubicBezTo>
                  <a:pt x="183928" y="144353"/>
                  <a:pt x="144353" y="183928"/>
                  <a:pt x="95535" y="183928"/>
                </a:cubicBezTo>
                <a:cubicBezTo>
                  <a:pt x="46718" y="183928"/>
                  <a:pt x="7143" y="144354"/>
                  <a:pt x="7143" y="95536"/>
                </a:cubicBezTo>
                <a:cubicBezTo>
                  <a:pt x="7143" y="46719"/>
                  <a:pt x="46717" y="7144"/>
                  <a:pt x="95535" y="7144"/>
                </a:cubicBezTo>
                <a:cubicBezTo>
                  <a:pt x="144353" y="7144"/>
                  <a:pt x="183928" y="46718"/>
                  <a:pt x="183928" y="95536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A75393-CABC-C415-4727-ADF2791DC9F8}"/>
              </a:ext>
            </a:extLst>
          </p:cNvPr>
          <p:cNvSpPr txBox="1"/>
          <p:nvPr/>
        </p:nvSpPr>
        <p:spPr>
          <a:xfrm>
            <a:off x="1677829" y="2021305"/>
            <a:ext cx="9751600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For Eda and Model Building:</a:t>
            </a:r>
          </a:p>
          <a:p>
            <a:r>
              <a:rPr lang="en-US" sz="2000" dirty="0"/>
              <a:t>Jupiter Notebook, </a:t>
            </a:r>
          </a:p>
          <a:p>
            <a:r>
              <a:rPr lang="en-US" sz="2000" dirty="0"/>
              <a:t>TensorFlow, </a:t>
            </a:r>
          </a:p>
          <a:p>
            <a:r>
              <a:rPr lang="en-US" sz="2000" dirty="0"/>
              <a:t>Python and It’s library such as Pandas, NumPy, matplotlib, Pandas-Profiling.</a:t>
            </a:r>
          </a:p>
          <a:p>
            <a:endParaRPr lang="en-US" dirty="0"/>
          </a:p>
          <a:p>
            <a:r>
              <a:rPr lang="en-US" sz="2400" b="1" u="sng" dirty="0"/>
              <a:t>For Web Development:</a:t>
            </a:r>
          </a:p>
          <a:p>
            <a:r>
              <a:rPr lang="en-US" sz="2000" dirty="0"/>
              <a:t>Html, CSS, Python.</a:t>
            </a:r>
          </a:p>
        </p:txBody>
      </p:sp>
      <p:pic>
        <p:nvPicPr>
          <p:cNvPr id="2052" name="Picture 4" descr="Do data analysis in python using numpy pandas matplotlib seaborn by  Fahadjaved189 | Fiverr">
            <a:extLst>
              <a:ext uri="{FF2B5EF4-FFF2-40B4-BE49-F238E27FC236}">
                <a16:creationId xmlns:a16="http://schemas.microsoft.com/office/drawing/2014/main" id="{969D9015-387F-E027-92BA-556DA4642D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6206" y="3760804"/>
            <a:ext cx="4645794" cy="3097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067AABB9-CF88-396D-56FB-1605EBAFDC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83781"/>
            <a:ext cx="2134587" cy="2474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7502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87" grpId="0" animBg="1"/>
      <p:bldP spid="88" grpId="0" animBg="1"/>
      <p:bldP spid="8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FBBDFEE-2A1E-4FD0-88AC-197324EA75BC}"/>
              </a:ext>
            </a:extLst>
          </p:cNvPr>
          <p:cNvSpPr/>
          <p:nvPr/>
        </p:nvSpPr>
        <p:spPr>
          <a:xfrm>
            <a:off x="511968" y="1812989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670288D-C200-4D38-8A32-90DEC68CD8E5}"/>
              </a:ext>
            </a:extLst>
          </p:cNvPr>
          <p:cNvSpPr/>
          <p:nvPr/>
        </p:nvSpPr>
        <p:spPr>
          <a:xfrm>
            <a:off x="11446954" y="1812989"/>
            <a:ext cx="228600" cy="228600"/>
          </a:xfrm>
          <a:custGeom>
            <a:avLst/>
            <a:gdLst>
              <a:gd name="connsiteX0" fmla="*/ 222219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9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9" y="114681"/>
                </a:moveTo>
                <a:cubicBezTo>
                  <a:pt x="222219" y="174072"/>
                  <a:pt x="174073" y="222218"/>
                  <a:pt x="114681" y="222218"/>
                </a:cubicBezTo>
                <a:cubicBezTo>
                  <a:pt x="55289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3" y="7144"/>
                  <a:pt x="222219" y="55290"/>
                  <a:pt x="222219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46994D1-6188-481D-BAA8-C8DA4641CF88}"/>
              </a:ext>
            </a:extLst>
          </p:cNvPr>
          <p:cNvSpPr/>
          <p:nvPr/>
        </p:nvSpPr>
        <p:spPr>
          <a:xfrm>
            <a:off x="511968" y="4807624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7DD0ACC-4BDE-4C74-B23E-3BEAD910C0DA}"/>
              </a:ext>
            </a:extLst>
          </p:cNvPr>
          <p:cNvSpPr/>
          <p:nvPr/>
        </p:nvSpPr>
        <p:spPr>
          <a:xfrm>
            <a:off x="11446954" y="621316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0 w 228600"/>
              <a:gd name="connsiteY1" fmla="*/ 222218 h 228600"/>
              <a:gd name="connsiteX2" fmla="*/ 7143 w 228600"/>
              <a:gd name="connsiteY2" fmla="*/ 114681 h 228600"/>
              <a:gd name="connsiteX3" fmla="*/ 114680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0" y="222218"/>
                </a:cubicBezTo>
                <a:cubicBezTo>
                  <a:pt x="55289" y="222218"/>
                  <a:pt x="7143" y="174072"/>
                  <a:pt x="7143" y="114681"/>
                </a:cubicBezTo>
                <a:cubicBezTo>
                  <a:pt x="7143" y="55290"/>
                  <a:pt x="55289" y="7144"/>
                  <a:pt x="114680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40CCD7EB-2D63-46C9-8419-AF82810C0257}"/>
              </a:ext>
            </a:extLst>
          </p:cNvPr>
          <p:cNvSpPr/>
          <p:nvPr/>
        </p:nvSpPr>
        <p:spPr>
          <a:xfrm>
            <a:off x="11561254" y="5783574"/>
            <a:ext cx="228600" cy="228600"/>
          </a:xfrm>
          <a:custGeom>
            <a:avLst/>
            <a:gdLst>
              <a:gd name="connsiteX0" fmla="*/ 222219 w 228600"/>
              <a:gd name="connsiteY0" fmla="*/ 114681 h 228600"/>
              <a:gd name="connsiteX1" fmla="*/ 114681 w 228600"/>
              <a:gd name="connsiteY1" fmla="*/ 222218 h 228600"/>
              <a:gd name="connsiteX2" fmla="*/ 7143 w 228600"/>
              <a:gd name="connsiteY2" fmla="*/ 114681 h 228600"/>
              <a:gd name="connsiteX3" fmla="*/ 114681 w 228600"/>
              <a:gd name="connsiteY3" fmla="*/ 7144 h 228600"/>
              <a:gd name="connsiteX4" fmla="*/ 222219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9" y="114681"/>
                </a:moveTo>
                <a:cubicBezTo>
                  <a:pt x="222219" y="174072"/>
                  <a:pt x="174073" y="222218"/>
                  <a:pt x="114681" y="222218"/>
                </a:cubicBezTo>
                <a:cubicBezTo>
                  <a:pt x="55289" y="222218"/>
                  <a:pt x="7143" y="174072"/>
                  <a:pt x="7143" y="114681"/>
                </a:cubicBezTo>
                <a:cubicBezTo>
                  <a:pt x="7143" y="55290"/>
                  <a:pt x="55289" y="7144"/>
                  <a:pt x="114681" y="7144"/>
                </a:cubicBezTo>
                <a:cubicBezTo>
                  <a:pt x="174073" y="7144"/>
                  <a:pt x="222219" y="55290"/>
                  <a:pt x="222219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C3D5670-0328-432A-BB9B-A5D324CA8B5C}"/>
              </a:ext>
            </a:extLst>
          </p:cNvPr>
          <p:cNvSpPr/>
          <p:nvPr/>
        </p:nvSpPr>
        <p:spPr>
          <a:xfrm>
            <a:off x="626268" y="463464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17534A5-EF7C-44F2-A4D2-B5A06D74FF29}"/>
              </a:ext>
            </a:extLst>
          </p:cNvPr>
          <p:cNvGrpSpPr/>
          <p:nvPr/>
        </p:nvGrpSpPr>
        <p:grpSpPr>
          <a:xfrm>
            <a:off x="2646948" y="-7143"/>
            <a:ext cx="7068257" cy="1187557"/>
            <a:chOff x="2718738" y="-7143"/>
            <a:chExt cx="6996466" cy="1015663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76EF7DD-17FF-4BFF-B026-99B4E8C9A712}"/>
                </a:ext>
              </a:extLst>
            </p:cNvPr>
            <p:cNvSpPr/>
            <p:nvPr/>
          </p:nvSpPr>
          <p:spPr>
            <a:xfrm>
              <a:off x="2718738" y="-7143"/>
              <a:ext cx="6996466" cy="1015663"/>
            </a:xfrm>
            <a:custGeom>
              <a:avLst/>
              <a:gdLst>
                <a:gd name="connsiteX0" fmla="*/ 3253264 w 3543300"/>
                <a:gd name="connsiteY0" fmla="*/ 1263968 h 1266825"/>
                <a:gd name="connsiteX1" fmla="*/ 292894 w 3543300"/>
                <a:gd name="connsiteY1" fmla="*/ 1263968 h 1266825"/>
                <a:gd name="connsiteX2" fmla="*/ 7144 w 3543300"/>
                <a:gd name="connsiteY2" fmla="*/ 978218 h 1266825"/>
                <a:gd name="connsiteX3" fmla="*/ 7144 w 3543300"/>
                <a:gd name="connsiteY3" fmla="*/ 7144 h 1266825"/>
                <a:gd name="connsiteX4" fmla="*/ 3539014 w 3543300"/>
                <a:gd name="connsiteY4" fmla="*/ 7144 h 1266825"/>
                <a:gd name="connsiteX5" fmla="*/ 3539014 w 3543300"/>
                <a:gd name="connsiteY5" fmla="*/ 978218 h 1266825"/>
                <a:gd name="connsiteX6" fmla="*/ 3253264 w 3543300"/>
                <a:gd name="connsiteY6" fmla="*/ 1263968 h 1266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3300" h="1266825">
                  <a:moveTo>
                    <a:pt x="3253264" y="1263968"/>
                  </a:moveTo>
                  <a:lnTo>
                    <a:pt x="292894" y="1263968"/>
                  </a:lnTo>
                  <a:cubicBezTo>
                    <a:pt x="135064" y="1263968"/>
                    <a:pt x="7144" y="1136047"/>
                    <a:pt x="7144" y="978218"/>
                  </a:cubicBezTo>
                  <a:lnTo>
                    <a:pt x="7144" y="7144"/>
                  </a:lnTo>
                  <a:lnTo>
                    <a:pt x="3539014" y="7144"/>
                  </a:lnTo>
                  <a:lnTo>
                    <a:pt x="3539014" y="978218"/>
                  </a:lnTo>
                  <a:cubicBezTo>
                    <a:pt x="3539014" y="1136047"/>
                    <a:pt x="3411093" y="1263968"/>
                    <a:pt x="3253264" y="1263968"/>
                  </a:cubicBezTo>
                  <a:close/>
                </a:path>
              </a:pathLst>
            </a:custGeom>
            <a:solidFill>
              <a:srgbClr val="0A19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8999262-5267-4978-9C63-12E591013E47}"/>
                </a:ext>
              </a:extLst>
            </p:cNvPr>
            <p:cNvSpPr txBox="1"/>
            <p:nvPr/>
          </p:nvSpPr>
          <p:spPr>
            <a:xfrm>
              <a:off x="3993241" y="69933"/>
              <a:ext cx="4447454" cy="8686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chemeClr val="bg1"/>
                  </a:solidFill>
                  <a:latin typeface="+mj-lt"/>
                </a:rPr>
                <a:t>Methodology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0D86D1C-2D05-F71A-7E43-D083B692E0D0}"/>
              </a:ext>
            </a:extLst>
          </p:cNvPr>
          <p:cNvSpPr txBox="1"/>
          <p:nvPr/>
        </p:nvSpPr>
        <p:spPr>
          <a:xfrm>
            <a:off x="2816216" y="1731643"/>
            <a:ext cx="6729713" cy="4280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800" b="1" dirty="0"/>
              <a:t> Data collection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800" b="1" dirty="0"/>
              <a:t> Data augmentation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800" b="1" dirty="0"/>
              <a:t>CNN for Classification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800" b="1" dirty="0"/>
              <a:t> Experiment setup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800" b="1" dirty="0"/>
              <a:t> Performance evaluation</a:t>
            </a:r>
          </a:p>
        </p:txBody>
      </p:sp>
    </p:spTree>
    <p:extLst>
      <p:ext uri="{BB962C8B-B14F-4D97-AF65-F5344CB8AC3E}">
        <p14:creationId xmlns:p14="http://schemas.microsoft.com/office/powerpoint/2010/main" val="790865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FBBDFEE-2A1E-4FD0-88AC-197324EA75BC}"/>
              </a:ext>
            </a:extLst>
          </p:cNvPr>
          <p:cNvSpPr/>
          <p:nvPr/>
        </p:nvSpPr>
        <p:spPr>
          <a:xfrm>
            <a:off x="511968" y="1812989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670288D-C200-4D38-8A32-90DEC68CD8E5}"/>
              </a:ext>
            </a:extLst>
          </p:cNvPr>
          <p:cNvSpPr/>
          <p:nvPr/>
        </p:nvSpPr>
        <p:spPr>
          <a:xfrm>
            <a:off x="10249662" y="1812989"/>
            <a:ext cx="228600" cy="228600"/>
          </a:xfrm>
          <a:custGeom>
            <a:avLst/>
            <a:gdLst>
              <a:gd name="connsiteX0" fmla="*/ 222219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9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9" y="114681"/>
                </a:moveTo>
                <a:cubicBezTo>
                  <a:pt x="222219" y="174072"/>
                  <a:pt x="174073" y="222218"/>
                  <a:pt x="114681" y="222218"/>
                </a:cubicBezTo>
                <a:cubicBezTo>
                  <a:pt x="55289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3" y="7144"/>
                  <a:pt x="222219" y="55290"/>
                  <a:pt x="222219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46994D1-6188-481D-BAA8-C8DA4641CF88}"/>
              </a:ext>
            </a:extLst>
          </p:cNvPr>
          <p:cNvSpPr/>
          <p:nvPr/>
        </p:nvSpPr>
        <p:spPr>
          <a:xfrm>
            <a:off x="511968" y="4807624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7DD0ACC-4BDE-4C74-B23E-3BEAD910C0DA}"/>
              </a:ext>
            </a:extLst>
          </p:cNvPr>
          <p:cNvSpPr/>
          <p:nvPr/>
        </p:nvSpPr>
        <p:spPr>
          <a:xfrm>
            <a:off x="11446954" y="621316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0 w 228600"/>
              <a:gd name="connsiteY1" fmla="*/ 222218 h 228600"/>
              <a:gd name="connsiteX2" fmla="*/ 7143 w 228600"/>
              <a:gd name="connsiteY2" fmla="*/ 114681 h 228600"/>
              <a:gd name="connsiteX3" fmla="*/ 114680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0" y="222218"/>
                </a:cubicBezTo>
                <a:cubicBezTo>
                  <a:pt x="55289" y="222218"/>
                  <a:pt x="7143" y="174072"/>
                  <a:pt x="7143" y="114681"/>
                </a:cubicBezTo>
                <a:cubicBezTo>
                  <a:pt x="7143" y="55290"/>
                  <a:pt x="55289" y="7144"/>
                  <a:pt x="114680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40CCD7EB-2D63-46C9-8419-AF82810C0257}"/>
              </a:ext>
            </a:extLst>
          </p:cNvPr>
          <p:cNvSpPr/>
          <p:nvPr/>
        </p:nvSpPr>
        <p:spPr>
          <a:xfrm>
            <a:off x="10585513" y="5855494"/>
            <a:ext cx="228600" cy="228600"/>
          </a:xfrm>
          <a:custGeom>
            <a:avLst/>
            <a:gdLst>
              <a:gd name="connsiteX0" fmla="*/ 222219 w 228600"/>
              <a:gd name="connsiteY0" fmla="*/ 114681 h 228600"/>
              <a:gd name="connsiteX1" fmla="*/ 114681 w 228600"/>
              <a:gd name="connsiteY1" fmla="*/ 222218 h 228600"/>
              <a:gd name="connsiteX2" fmla="*/ 7143 w 228600"/>
              <a:gd name="connsiteY2" fmla="*/ 114681 h 228600"/>
              <a:gd name="connsiteX3" fmla="*/ 114681 w 228600"/>
              <a:gd name="connsiteY3" fmla="*/ 7144 h 228600"/>
              <a:gd name="connsiteX4" fmla="*/ 222219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9" y="114681"/>
                </a:moveTo>
                <a:cubicBezTo>
                  <a:pt x="222219" y="174072"/>
                  <a:pt x="174073" y="222218"/>
                  <a:pt x="114681" y="222218"/>
                </a:cubicBezTo>
                <a:cubicBezTo>
                  <a:pt x="55289" y="222218"/>
                  <a:pt x="7143" y="174072"/>
                  <a:pt x="7143" y="114681"/>
                </a:cubicBezTo>
                <a:cubicBezTo>
                  <a:pt x="7143" y="55290"/>
                  <a:pt x="55289" y="7144"/>
                  <a:pt x="114681" y="7144"/>
                </a:cubicBezTo>
                <a:cubicBezTo>
                  <a:pt x="174073" y="7144"/>
                  <a:pt x="222219" y="55290"/>
                  <a:pt x="222219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C3D5670-0328-432A-BB9B-A5D324CA8B5C}"/>
              </a:ext>
            </a:extLst>
          </p:cNvPr>
          <p:cNvSpPr/>
          <p:nvPr/>
        </p:nvSpPr>
        <p:spPr>
          <a:xfrm>
            <a:off x="626268" y="463464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17534A5-EF7C-44F2-A4D2-B5A06D74FF29}"/>
              </a:ext>
            </a:extLst>
          </p:cNvPr>
          <p:cNvGrpSpPr/>
          <p:nvPr/>
        </p:nvGrpSpPr>
        <p:grpSpPr>
          <a:xfrm>
            <a:off x="2367746" y="0"/>
            <a:ext cx="6795506" cy="1424539"/>
            <a:chOff x="2711116" y="12957"/>
            <a:chExt cx="6996466" cy="1131851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76EF7DD-17FF-4BFF-B026-99B4E8C9A712}"/>
                </a:ext>
              </a:extLst>
            </p:cNvPr>
            <p:cNvSpPr/>
            <p:nvPr/>
          </p:nvSpPr>
          <p:spPr>
            <a:xfrm>
              <a:off x="2711116" y="12957"/>
              <a:ext cx="6996466" cy="1015662"/>
            </a:xfrm>
            <a:custGeom>
              <a:avLst/>
              <a:gdLst>
                <a:gd name="connsiteX0" fmla="*/ 3253264 w 3543300"/>
                <a:gd name="connsiteY0" fmla="*/ 1263968 h 1266825"/>
                <a:gd name="connsiteX1" fmla="*/ 292894 w 3543300"/>
                <a:gd name="connsiteY1" fmla="*/ 1263968 h 1266825"/>
                <a:gd name="connsiteX2" fmla="*/ 7144 w 3543300"/>
                <a:gd name="connsiteY2" fmla="*/ 978218 h 1266825"/>
                <a:gd name="connsiteX3" fmla="*/ 7144 w 3543300"/>
                <a:gd name="connsiteY3" fmla="*/ 7144 h 1266825"/>
                <a:gd name="connsiteX4" fmla="*/ 3539014 w 3543300"/>
                <a:gd name="connsiteY4" fmla="*/ 7144 h 1266825"/>
                <a:gd name="connsiteX5" fmla="*/ 3539014 w 3543300"/>
                <a:gd name="connsiteY5" fmla="*/ 978218 h 1266825"/>
                <a:gd name="connsiteX6" fmla="*/ 3253264 w 3543300"/>
                <a:gd name="connsiteY6" fmla="*/ 1263968 h 1266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3300" h="1266825">
                  <a:moveTo>
                    <a:pt x="3253264" y="1263968"/>
                  </a:moveTo>
                  <a:lnTo>
                    <a:pt x="292894" y="1263968"/>
                  </a:lnTo>
                  <a:cubicBezTo>
                    <a:pt x="135064" y="1263968"/>
                    <a:pt x="7144" y="1136047"/>
                    <a:pt x="7144" y="978218"/>
                  </a:cubicBezTo>
                  <a:lnTo>
                    <a:pt x="7144" y="7144"/>
                  </a:lnTo>
                  <a:lnTo>
                    <a:pt x="3539014" y="7144"/>
                  </a:lnTo>
                  <a:lnTo>
                    <a:pt x="3539014" y="978218"/>
                  </a:lnTo>
                  <a:cubicBezTo>
                    <a:pt x="3539014" y="1136047"/>
                    <a:pt x="3411093" y="1263968"/>
                    <a:pt x="3253264" y="1263968"/>
                  </a:cubicBezTo>
                  <a:close/>
                </a:path>
              </a:pathLst>
            </a:custGeom>
            <a:solidFill>
              <a:srgbClr val="0A19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8999262-5267-4978-9C63-12E591013E47}"/>
                </a:ext>
              </a:extLst>
            </p:cNvPr>
            <p:cNvSpPr txBox="1"/>
            <p:nvPr/>
          </p:nvSpPr>
          <p:spPr>
            <a:xfrm>
              <a:off x="2923543" y="55544"/>
              <a:ext cx="6586852" cy="10892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dirty="0">
                  <a:solidFill>
                    <a:schemeClr val="bg1"/>
                  </a:solidFill>
                </a:rPr>
                <a:t>Data collection</a:t>
              </a:r>
              <a:endParaRPr lang="en-US" sz="6000" b="1" dirty="0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12" name="Subtitle 2">
            <a:extLst>
              <a:ext uri="{FF2B5EF4-FFF2-40B4-BE49-F238E27FC236}">
                <a16:creationId xmlns:a16="http://schemas.microsoft.com/office/drawing/2014/main" id="{64FBB299-B6AF-5402-18FD-3A13C345D03D}"/>
              </a:ext>
            </a:extLst>
          </p:cNvPr>
          <p:cNvSpPr txBox="1">
            <a:spLocks/>
          </p:cNvSpPr>
          <p:nvPr/>
        </p:nvSpPr>
        <p:spPr>
          <a:xfrm>
            <a:off x="1106556" y="1601193"/>
            <a:ext cx="9978887" cy="4503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dirty="0"/>
              <a:t>Dataset was collected from Kaggle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52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C3D5670-0328-432A-BB9B-A5D324CA8B5C}"/>
              </a:ext>
            </a:extLst>
          </p:cNvPr>
          <p:cNvSpPr/>
          <p:nvPr/>
        </p:nvSpPr>
        <p:spPr>
          <a:xfrm>
            <a:off x="626268" y="463464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17534A5-EF7C-44F2-A4D2-B5A06D74FF29}"/>
              </a:ext>
            </a:extLst>
          </p:cNvPr>
          <p:cNvGrpSpPr/>
          <p:nvPr/>
        </p:nvGrpSpPr>
        <p:grpSpPr>
          <a:xfrm>
            <a:off x="2293943" y="0"/>
            <a:ext cx="7604113" cy="1187557"/>
            <a:chOff x="2272858" y="-7143"/>
            <a:chExt cx="7888229" cy="1015663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76EF7DD-17FF-4BFF-B026-99B4E8C9A712}"/>
                </a:ext>
              </a:extLst>
            </p:cNvPr>
            <p:cNvSpPr/>
            <p:nvPr/>
          </p:nvSpPr>
          <p:spPr>
            <a:xfrm>
              <a:off x="2718738" y="-7143"/>
              <a:ext cx="6996466" cy="1015663"/>
            </a:xfrm>
            <a:custGeom>
              <a:avLst/>
              <a:gdLst>
                <a:gd name="connsiteX0" fmla="*/ 3253264 w 3543300"/>
                <a:gd name="connsiteY0" fmla="*/ 1263968 h 1266825"/>
                <a:gd name="connsiteX1" fmla="*/ 292894 w 3543300"/>
                <a:gd name="connsiteY1" fmla="*/ 1263968 h 1266825"/>
                <a:gd name="connsiteX2" fmla="*/ 7144 w 3543300"/>
                <a:gd name="connsiteY2" fmla="*/ 978218 h 1266825"/>
                <a:gd name="connsiteX3" fmla="*/ 7144 w 3543300"/>
                <a:gd name="connsiteY3" fmla="*/ 7144 h 1266825"/>
                <a:gd name="connsiteX4" fmla="*/ 3539014 w 3543300"/>
                <a:gd name="connsiteY4" fmla="*/ 7144 h 1266825"/>
                <a:gd name="connsiteX5" fmla="*/ 3539014 w 3543300"/>
                <a:gd name="connsiteY5" fmla="*/ 978218 h 1266825"/>
                <a:gd name="connsiteX6" fmla="*/ 3253264 w 3543300"/>
                <a:gd name="connsiteY6" fmla="*/ 1263968 h 1266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3300" h="1266825">
                  <a:moveTo>
                    <a:pt x="3253264" y="1263968"/>
                  </a:moveTo>
                  <a:lnTo>
                    <a:pt x="292894" y="1263968"/>
                  </a:lnTo>
                  <a:cubicBezTo>
                    <a:pt x="135064" y="1263968"/>
                    <a:pt x="7144" y="1136047"/>
                    <a:pt x="7144" y="978218"/>
                  </a:cubicBezTo>
                  <a:lnTo>
                    <a:pt x="7144" y="7144"/>
                  </a:lnTo>
                  <a:lnTo>
                    <a:pt x="3539014" y="7144"/>
                  </a:lnTo>
                  <a:lnTo>
                    <a:pt x="3539014" y="978218"/>
                  </a:lnTo>
                  <a:cubicBezTo>
                    <a:pt x="3539014" y="1136047"/>
                    <a:pt x="3411093" y="1263968"/>
                    <a:pt x="3253264" y="1263968"/>
                  </a:cubicBezTo>
                  <a:close/>
                </a:path>
              </a:pathLst>
            </a:custGeom>
            <a:solidFill>
              <a:srgbClr val="0A19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8999262-5267-4978-9C63-12E591013E47}"/>
                </a:ext>
              </a:extLst>
            </p:cNvPr>
            <p:cNvSpPr txBox="1"/>
            <p:nvPr/>
          </p:nvSpPr>
          <p:spPr>
            <a:xfrm>
              <a:off x="2272858" y="69933"/>
              <a:ext cx="7888229" cy="8686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chemeClr val="bg1"/>
                  </a:solidFill>
                  <a:latin typeface="+mj-lt"/>
                </a:rPr>
                <a:t>Data Augmentation</a:t>
              </a:r>
            </a:p>
          </p:txBody>
        </p:sp>
      </p:grpSp>
      <p:sp>
        <p:nvSpPr>
          <p:cNvPr id="6" name="Subtitle 2">
            <a:extLst>
              <a:ext uri="{FF2B5EF4-FFF2-40B4-BE49-F238E27FC236}">
                <a16:creationId xmlns:a16="http://schemas.microsoft.com/office/drawing/2014/main" id="{BB47F994-F304-D063-EA8A-442744F86F77}"/>
              </a:ext>
            </a:extLst>
          </p:cNvPr>
          <p:cNvSpPr txBox="1">
            <a:spLocks/>
          </p:cNvSpPr>
          <p:nvPr/>
        </p:nvSpPr>
        <p:spPr>
          <a:xfrm>
            <a:off x="1086677" y="1762539"/>
            <a:ext cx="9978887" cy="4503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dirty="0"/>
              <a:t>As monkeypox is new disease we got </a:t>
            </a:r>
            <a:r>
              <a:rPr lang="en-US" b="1" dirty="0"/>
              <a:t>279 related images</a:t>
            </a:r>
            <a:r>
              <a:rPr lang="en-US" dirty="0"/>
              <a:t>.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dirty="0" err="1"/>
              <a:t>Keras</a:t>
            </a:r>
            <a:r>
              <a:rPr lang="en-US" dirty="0"/>
              <a:t> image processing library such as </a:t>
            </a:r>
            <a:r>
              <a:rPr lang="en-US" b="1" dirty="0" err="1"/>
              <a:t>ImageDataGenerator</a:t>
            </a:r>
            <a:r>
              <a:rPr lang="en-US" b="1" dirty="0"/>
              <a:t> is used </a:t>
            </a:r>
            <a:r>
              <a:rPr lang="en-US" dirty="0"/>
              <a:t>to augment the dataset.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dirty="0" err="1"/>
              <a:t>ImageDataGenerator</a:t>
            </a:r>
            <a:r>
              <a:rPr lang="en-US" dirty="0"/>
              <a:t> function provides various options such as: </a:t>
            </a:r>
            <a:r>
              <a:rPr lang="en-US" b="1" dirty="0"/>
              <a:t>rotation, width and height shifting, and flipping</a:t>
            </a:r>
            <a:r>
              <a:rPr lang="en-US" dirty="0"/>
              <a:t>.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4703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FBBDFEE-2A1E-4FD0-88AC-197324EA75BC}"/>
              </a:ext>
            </a:extLst>
          </p:cNvPr>
          <p:cNvSpPr/>
          <p:nvPr/>
        </p:nvSpPr>
        <p:spPr>
          <a:xfrm>
            <a:off x="511968" y="1812989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670288D-C200-4D38-8A32-90DEC68CD8E5}"/>
              </a:ext>
            </a:extLst>
          </p:cNvPr>
          <p:cNvSpPr/>
          <p:nvPr/>
        </p:nvSpPr>
        <p:spPr>
          <a:xfrm>
            <a:off x="10249662" y="1812989"/>
            <a:ext cx="228600" cy="228600"/>
          </a:xfrm>
          <a:custGeom>
            <a:avLst/>
            <a:gdLst>
              <a:gd name="connsiteX0" fmla="*/ 222219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9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9" y="114681"/>
                </a:moveTo>
                <a:cubicBezTo>
                  <a:pt x="222219" y="174072"/>
                  <a:pt x="174073" y="222218"/>
                  <a:pt x="114681" y="222218"/>
                </a:cubicBezTo>
                <a:cubicBezTo>
                  <a:pt x="55289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3" y="7144"/>
                  <a:pt x="222219" y="55290"/>
                  <a:pt x="222219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46994D1-6188-481D-BAA8-C8DA4641CF88}"/>
              </a:ext>
            </a:extLst>
          </p:cNvPr>
          <p:cNvSpPr/>
          <p:nvPr/>
        </p:nvSpPr>
        <p:spPr>
          <a:xfrm>
            <a:off x="511968" y="4807624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7DD0ACC-4BDE-4C74-B23E-3BEAD910C0DA}"/>
              </a:ext>
            </a:extLst>
          </p:cNvPr>
          <p:cNvSpPr/>
          <p:nvPr/>
        </p:nvSpPr>
        <p:spPr>
          <a:xfrm>
            <a:off x="11446954" y="621316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0 w 228600"/>
              <a:gd name="connsiteY1" fmla="*/ 222218 h 228600"/>
              <a:gd name="connsiteX2" fmla="*/ 7143 w 228600"/>
              <a:gd name="connsiteY2" fmla="*/ 114681 h 228600"/>
              <a:gd name="connsiteX3" fmla="*/ 114680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0" y="222218"/>
                </a:cubicBezTo>
                <a:cubicBezTo>
                  <a:pt x="55289" y="222218"/>
                  <a:pt x="7143" y="174072"/>
                  <a:pt x="7143" y="114681"/>
                </a:cubicBezTo>
                <a:cubicBezTo>
                  <a:pt x="7143" y="55290"/>
                  <a:pt x="55289" y="7144"/>
                  <a:pt x="114680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40CCD7EB-2D63-46C9-8419-AF82810C0257}"/>
              </a:ext>
            </a:extLst>
          </p:cNvPr>
          <p:cNvSpPr/>
          <p:nvPr/>
        </p:nvSpPr>
        <p:spPr>
          <a:xfrm>
            <a:off x="10585513" y="5855494"/>
            <a:ext cx="228600" cy="228600"/>
          </a:xfrm>
          <a:custGeom>
            <a:avLst/>
            <a:gdLst>
              <a:gd name="connsiteX0" fmla="*/ 222219 w 228600"/>
              <a:gd name="connsiteY0" fmla="*/ 114681 h 228600"/>
              <a:gd name="connsiteX1" fmla="*/ 114681 w 228600"/>
              <a:gd name="connsiteY1" fmla="*/ 222218 h 228600"/>
              <a:gd name="connsiteX2" fmla="*/ 7143 w 228600"/>
              <a:gd name="connsiteY2" fmla="*/ 114681 h 228600"/>
              <a:gd name="connsiteX3" fmla="*/ 114681 w 228600"/>
              <a:gd name="connsiteY3" fmla="*/ 7144 h 228600"/>
              <a:gd name="connsiteX4" fmla="*/ 222219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9" y="114681"/>
                </a:moveTo>
                <a:cubicBezTo>
                  <a:pt x="222219" y="174072"/>
                  <a:pt x="174073" y="222218"/>
                  <a:pt x="114681" y="222218"/>
                </a:cubicBezTo>
                <a:cubicBezTo>
                  <a:pt x="55289" y="222218"/>
                  <a:pt x="7143" y="174072"/>
                  <a:pt x="7143" y="114681"/>
                </a:cubicBezTo>
                <a:cubicBezTo>
                  <a:pt x="7143" y="55290"/>
                  <a:pt x="55289" y="7144"/>
                  <a:pt x="114681" y="7144"/>
                </a:cubicBezTo>
                <a:cubicBezTo>
                  <a:pt x="174073" y="7144"/>
                  <a:pt x="222219" y="55290"/>
                  <a:pt x="222219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C3D5670-0328-432A-BB9B-A5D324CA8B5C}"/>
              </a:ext>
            </a:extLst>
          </p:cNvPr>
          <p:cNvSpPr/>
          <p:nvPr/>
        </p:nvSpPr>
        <p:spPr>
          <a:xfrm>
            <a:off x="626268" y="463464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17534A5-EF7C-44F2-A4D2-B5A06D74FF29}"/>
              </a:ext>
            </a:extLst>
          </p:cNvPr>
          <p:cNvGrpSpPr/>
          <p:nvPr/>
        </p:nvGrpSpPr>
        <p:grpSpPr>
          <a:xfrm>
            <a:off x="2368620" y="-49768"/>
            <a:ext cx="7454757" cy="1248802"/>
            <a:chOff x="2718736" y="-47620"/>
            <a:chExt cx="6996466" cy="1015663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76EF7DD-17FF-4BFF-B026-99B4E8C9A712}"/>
                </a:ext>
              </a:extLst>
            </p:cNvPr>
            <p:cNvSpPr/>
            <p:nvPr/>
          </p:nvSpPr>
          <p:spPr>
            <a:xfrm>
              <a:off x="2718736" y="-47620"/>
              <a:ext cx="6996466" cy="1015663"/>
            </a:xfrm>
            <a:custGeom>
              <a:avLst/>
              <a:gdLst>
                <a:gd name="connsiteX0" fmla="*/ 3253264 w 3543300"/>
                <a:gd name="connsiteY0" fmla="*/ 1263968 h 1266825"/>
                <a:gd name="connsiteX1" fmla="*/ 292894 w 3543300"/>
                <a:gd name="connsiteY1" fmla="*/ 1263968 h 1266825"/>
                <a:gd name="connsiteX2" fmla="*/ 7144 w 3543300"/>
                <a:gd name="connsiteY2" fmla="*/ 978218 h 1266825"/>
                <a:gd name="connsiteX3" fmla="*/ 7144 w 3543300"/>
                <a:gd name="connsiteY3" fmla="*/ 7144 h 1266825"/>
                <a:gd name="connsiteX4" fmla="*/ 3539014 w 3543300"/>
                <a:gd name="connsiteY4" fmla="*/ 7144 h 1266825"/>
                <a:gd name="connsiteX5" fmla="*/ 3539014 w 3543300"/>
                <a:gd name="connsiteY5" fmla="*/ 978218 h 1266825"/>
                <a:gd name="connsiteX6" fmla="*/ 3253264 w 3543300"/>
                <a:gd name="connsiteY6" fmla="*/ 1263968 h 1266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3300" h="1266825">
                  <a:moveTo>
                    <a:pt x="3253264" y="1263968"/>
                  </a:moveTo>
                  <a:lnTo>
                    <a:pt x="292894" y="1263968"/>
                  </a:lnTo>
                  <a:cubicBezTo>
                    <a:pt x="135064" y="1263968"/>
                    <a:pt x="7144" y="1136047"/>
                    <a:pt x="7144" y="978218"/>
                  </a:cubicBezTo>
                  <a:lnTo>
                    <a:pt x="7144" y="7144"/>
                  </a:lnTo>
                  <a:lnTo>
                    <a:pt x="3539014" y="7144"/>
                  </a:lnTo>
                  <a:lnTo>
                    <a:pt x="3539014" y="978218"/>
                  </a:lnTo>
                  <a:cubicBezTo>
                    <a:pt x="3539014" y="1136047"/>
                    <a:pt x="3411093" y="1263968"/>
                    <a:pt x="3253264" y="1263968"/>
                  </a:cubicBezTo>
                  <a:close/>
                </a:path>
              </a:pathLst>
            </a:custGeom>
            <a:solidFill>
              <a:srgbClr val="0A19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8999262-5267-4978-9C63-12E591013E47}"/>
                </a:ext>
              </a:extLst>
            </p:cNvPr>
            <p:cNvSpPr txBox="1"/>
            <p:nvPr/>
          </p:nvSpPr>
          <p:spPr>
            <a:xfrm>
              <a:off x="4305411" y="55543"/>
              <a:ext cx="3823124" cy="8260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chemeClr val="bg1"/>
                  </a:solidFill>
                  <a:latin typeface="+mj-lt"/>
                </a:rPr>
                <a:t>Model Build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12816FC-747F-00D2-2CD8-F74D1239E4B7}"/>
              </a:ext>
            </a:extLst>
          </p:cNvPr>
          <p:cNvSpPr txBox="1"/>
          <p:nvPr/>
        </p:nvSpPr>
        <p:spPr>
          <a:xfrm>
            <a:off x="1856791" y="1325877"/>
            <a:ext cx="75391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Number of Classes = 3</a:t>
            </a:r>
          </a:p>
          <a:p>
            <a:r>
              <a:rPr lang="en-US" dirty="0"/>
              <a:t>Class = ( Monkeypox, Measles, Normal images)</a:t>
            </a:r>
          </a:p>
          <a:p>
            <a:r>
              <a:rPr lang="en-US" dirty="0"/>
              <a:t>Batch Size = ( 32, 256, 256, 3 )</a:t>
            </a:r>
          </a:p>
          <a:p>
            <a:r>
              <a:rPr lang="en-US" dirty="0"/>
              <a:t>Epoch = ( 30, 50, 100, 200 )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B0B21D-FD2F-60E4-A13B-C4C17A05CC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9936" y="2520195"/>
            <a:ext cx="7812765" cy="3999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021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C3D5670-0328-432A-BB9B-A5D324CA8B5C}"/>
              </a:ext>
            </a:extLst>
          </p:cNvPr>
          <p:cNvSpPr/>
          <p:nvPr/>
        </p:nvSpPr>
        <p:spPr>
          <a:xfrm>
            <a:off x="626268" y="463464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17534A5-EF7C-44F2-A4D2-B5A06D74FF29}"/>
              </a:ext>
            </a:extLst>
          </p:cNvPr>
          <p:cNvGrpSpPr/>
          <p:nvPr/>
        </p:nvGrpSpPr>
        <p:grpSpPr>
          <a:xfrm>
            <a:off x="3167505" y="-23577"/>
            <a:ext cx="5856988" cy="1187557"/>
            <a:chOff x="2627289" y="-7143"/>
            <a:chExt cx="7179362" cy="1015663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76EF7DD-17FF-4BFF-B026-99B4E8C9A712}"/>
                </a:ext>
              </a:extLst>
            </p:cNvPr>
            <p:cNvSpPr/>
            <p:nvPr/>
          </p:nvSpPr>
          <p:spPr>
            <a:xfrm>
              <a:off x="2718738" y="-7143"/>
              <a:ext cx="6996466" cy="1015663"/>
            </a:xfrm>
            <a:custGeom>
              <a:avLst/>
              <a:gdLst>
                <a:gd name="connsiteX0" fmla="*/ 3253264 w 3543300"/>
                <a:gd name="connsiteY0" fmla="*/ 1263968 h 1266825"/>
                <a:gd name="connsiteX1" fmla="*/ 292894 w 3543300"/>
                <a:gd name="connsiteY1" fmla="*/ 1263968 h 1266825"/>
                <a:gd name="connsiteX2" fmla="*/ 7144 w 3543300"/>
                <a:gd name="connsiteY2" fmla="*/ 978218 h 1266825"/>
                <a:gd name="connsiteX3" fmla="*/ 7144 w 3543300"/>
                <a:gd name="connsiteY3" fmla="*/ 7144 h 1266825"/>
                <a:gd name="connsiteX4" fmla="*/ 3539014 w 3543300"/>
                <a:gd name="connsiteY4" fmla="*/ 7144 h 1266825"/>
                <a:gd name="connsiteX5" fmla="*/ 3539014 w 3543300"/>
                <a:gd name="connsiteY5" fmla="*/ 978218 h 1266825"/>
                <a:gd name="connsiteX6" fmla="*/ 3253264 w 3543300"/>
                <a:gd name="connsiteY6" fmla="*/ 1263968 h 1266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3300" h="1266825">
                  <a:moveTo>
                    <a:pt x="3253264" y="1263968"/>
                  </a:moveTo>
                  <a:lnTo>
                    <a:pt x="292894" y="1263968"/>
                  </a:lnTo>
                  <a:cubicBezTo>
                    <a:pt x="135064" y="1263968"/>
                    <a:pt x="7144" y="1136047"/>
                    <a:pt x="7144" y="978218"/>
                  </a:cubicBezTo>
                  <a:lnTo>
                    <a:pt x="7144" y="7144"/>
                  </a:lnTo>
                  <a:lnTo>
                    <a:pt x="3539014" y="7144"/>
                  </a:lnTo>
                  <a:lnTo>
                    <a:pt x="3539014" y="978218"/>
                  </a:lnTo>
                  <a:cubicBezTo>
                    <a:pt x="3539014" y="1136047"/>
                    <a:pt x="3411093" y="1263968"/>
                    <a:pt x="3253264" y="1263968"/>
                  </a:cubicBezTo>
                  <a:close/>
                </a:path>
              </a:pathLst>
            </a:custGeom>
            <a:solidFill>
              <a:srgbClr val="0A19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8999262-5267-4978-9C63-12E591013E47}"/>
                </a:ext>
              </a:extLst>
            </p:cNvPr>
            <p:cNvSpPr txBox="1"/>
            <p:nvPr/>
          </p:nvSpPr>
          <p:spPr>
            <a:xfrm>
              <a:off x="2627289" y="69933"/>
              <a:ext cx="7179362" cy="8686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chemeClr val="bg1"/>
                  </a:solidFill>
                  <a:latin typeface="+mj-lt"/>
                </a:rPr>
                <a:t>Model Sequential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A625DBE4-51F3-2D10-0E9E-9A66C188915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632" r="10330"/>
          <a:stretch/>
        </p:blipFill>
        <p:spPr>
          <a:xfrm>
            <a:off x="4113611" y="1172328"/>
            <a:ext cx="4247262" cy="5312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439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FBBDFEE-2A1E-4FD0-88AC-197324EA75BC}"/>
              </a:ext>
            </a:extLst>
          </p:cNvPr>
          <p:cNvSpPr/>
          <p:nvPr/>
        </p:nvSpPr>
        <p:spPr>
          <a:xfrm>
            <a:off x="511968" y="1812989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670288D-C200-4D38-8A32-90DEC68CD8E5}"/>
              </a:ext>
            </a:extLst>
          </p:cNvPr>
          <p:cNvSpPr/>
          <p:nvPr/>
        </p:nvSpPr>
        <p:spPr>
          <a:xfrm>
            <a:off x="10249662" y="1812989"/>
            <a:ext cx="228600" cy="228600"/>
          </a:xfrm>
          <a:custGeom>
            <a:avLst/>
            <a:gdLst>
              <a:gd name="connsiteX0" fmla="*/ 222219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9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9" y="114681"/>
                </a:moveTo>
                <a:cubicBezTo>
                  <a:pt x="222219" y="174072"/>
                  <a:pt x="174073" y="222218"/>
                  <a:pt x="114681" y="222218"/>
                </a:cubicBezTo>
                <a:cubicBezTo>
                  <a:pt x="55289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3" y="7144"/>
                  <a:pt x="222219" y="55290"/>
                  <a:pt x="222219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46994D1-6188-481D-BAA8-C8DA4641CF88}"/>
              </a:ext>
            </a:extLst>
          </p:cNvPr>
          <p:cNvSpPr/>
          <p:nvPr/>
        </p:nvSpPr>
        <p:spPr>
          <a:xfrm>
            <a:off x="511968" y="4807624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7DD0ACC-4BDE-4C74-B23E-3BEAD910C0DA}"/>
              </a:ext>
            </a:extLst>
          </p:cNvPr>
          <p:cNvSpPr/>
          <p:nvPr/>
        </p:nvSpPr>
        <p:spPr>
          <a:xfrm>
            <a:off x="11446954" y="621316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0 w 228600"/>
              <a:gd name="connsiteY1" fmla="*/ 222218 h 228600"/>
              <a:gd name="connsiteX2" fmla="*/ 7143 w 228600"/>
              <a:gd name="connsiteY2" fmla="*/ 114681 h 228600"/>
              <a:gd name="connsiteX3" fmla="*/ 114680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0" y="222218"/>
                </a:cubicBezTo>
                <a:cubicBezTo>
                  <a:pt x="55289" y="222218"/>
                  <a:pt x="7143" y="174072"/>
                  <a:pt x="7143" y="114681"/>
                </a:cubicBezTo>
                <a:cubicBezTo>
                  <a:pt x="7143" y="55290"/>
                  <a:pt x="55289" y="7144"/>
                  <a:pt x="114680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40CCD7EB-2D63-46C9-8419-AF82810C0257}"/>
              </a:ext>
            </a:extLst>
          </p:cNvPr>
          <p:cNvSpPr/>
          <p:nvPr/>
        </p:nvSpPr>
        <p:spPr>
          <a:xfrm>
            <a:off x="10585513" y="5855494"/>
            <a:ext cx="228600" cy="228600"/>
          </a:xfrm>
          <a:custGeom>
            <a:avLst/>
            <a:gdLst>
              <a:gd name="connsiteX0" fmla="*/ 222219 w 228600"/>
              <a:gd name="connsiteY0" fmla="*/ 114681 h 228600"/>
              <a:gd name="connsiteX1" fmla="*/ 114681 w 228600"/>
              <a:gd name="connsiteY1" fmla="*/ 222218 h 228600"/>
              <a:gd name="connsiteX2" fmla="*/ 7143 w 228600"/>
              <a:gd name="connsiteY2" fmla="*/ 114681 h 228600"/>
              <a:gd name="connsiteX3" fmla="*/ 114681 w 228600"/>
              <a:gd name="connsiteY3" fmla="*/ 7144 h 228600"/>
              <a:gd name="connsiteX4" fmla="*/ 222219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9" y="114681"/>
                </a:moveTo>
                <a:cubicBezTo>
                  <a:pt x="222219" y="174072"/>
                  <a:pt x="174073" y="222218"/>
                  <a:pt x="114681" y="222218"/>
                </a:cubicBezTo>
                <a:cubicBezTo>
                  <a:pt x="55289" y="222218"/>
                  <a:pt x="7143" y="174072"/>
                  <a:pt x="7143" y="114681"/>
                </a:cubicBezTo>
                <a:cubicBezTo>
                  <a:pt x="7143" y="55290"/>
                  <a:pt x="55289" y="7144"/>
                  <a:pt x="114681" y="7144"/>
                </a:cubicBezTo>
                <a:cubicBezTo>
                  <a:pt x="174073" y="7144"/>
                  <a:pt x="222219" y="55290"/>
                  <a:pt x="222219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C3D5670-0328-432A-BB9B-A5D324CA8B5C}"/>
              </a:ext>
            </a:extLst>
          </p:cNvPr>
          <p:cNvSpPr/>
          <p:nvPr/>
        </p:nvSpPr>
        <p:spPr>
          <a:xfrm>
            <a:off x="626268" y="463464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17534A5-EF7C-44F2-A4D2-B5A06D74FF29}"/>
              </a:ext>
            </a:extLst>
          </p:cNvPr>
          <p:cNvGrpSpPr/>
          <p:nvPr/>
        </p:nvGrpSpPr>
        <p:grpSpPr>
          <a:xfrm>
            <a:off x="2368620" y="-49768"/>
            <a:ext cx="7454757" cy="1248802"/>
            <a:chOff x="2718736" y="-47620"/>
            <a:chExt cx="6996466" cy="1015663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76EF7DD-17FF-4BFF-B026-99B4E8C9A712}"/>
                </a:ext>
              </a:extLst>
            </p:cNvPr>
            <p:cNvSpPr/>
            <p:nvPr/>
          </p:nvSpPr>
          <p:spPr>
            <a:xfrm>
              <a:off x="2718736" y="-47620"/>
              <a:ext cx="6996466" cy="1015663"/>
            </a:xfrm>
            <a:custGeom>
              <a:avLst/>
              <a:gdLst>
                <a:gd name="connsiteX0" fmla="*/ 3253264 w 3543300"/>
                <a:gd name="connsiteY0" fmla="*/ 1263968 h 1266825"/>
                <a:gd name="connsiteX1" fmla="*/ 292894 w 3543300"/>
                <a:gd name="connsiteY1" fmla="*/ 1263968 h 1266825"/>
                <a:gd name="connsiteX2" fmla="*/ 7144 w 3543300"/>
                <a:gd name="connsiteY2" fmla="*/ 978218 h 1266825"/>
                <a:gd name="connsiteX3" fmla="*/ 7144 w 3543300"/>
                <a:gd name="connsiteY3" fmla="*/ 7144 h 1266825"/>
                <a:gd name="connsiteX4" fmla="*/ 3539014 w 3543300"/>
                <a:gd name="connsiteY4" fmla="*/ 7144 h 1266825"/>
                <a:gd name="connsiteX5" fmla="*/ 3539014 w 3543300"/>
                <a:gd name="connsiteY5" fmla="*/ 978218 h 1266825"/>
                <a:gd name="connsiteX6" fmla="*/ 3253264 w 3543300"/>
                <a:gd name="connsiteY6" fmla="*/ 1263968 h 1266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3300" h="1266825">
                  <a:moveTo>
                    <a:pt x="3253264" y="1263968"/>
                  </a:moveTo>
                  <a:lnTo>
                    <a:pt x="292894" y="1263968"/>
                  </a:lnTo>
                  <a:cubicBezTo>
                    <a:pt x="135064" y="1263968"/>
                    <a:pt x="7144" y="1136047"/>
                    <a:pt x="7144" y="978218"/>
                  </a:cubicBezTo>
                  <a:lnTo>
                    <a:pt x="7144" y="7144"/>
                  </a:lnTo>
                  <a:lnTo>
                    <a:pt x="3539014" y="7144"/>
                  </a:lnTo>
                  <a:lnTo>
                    <a:pt x="3539014" y="978218"/>
                  </a:lnTo>
                  <a:cubicBezTo>
                    <a:pt x="3539014" y="1136047"/>
                    <a:pt x="3411093" y="1263968"/>
                    <a:pt x="3253264" y="1263968"/>
                  </a:cubicBezTo>
                  <a:close/>
                </a:path>
              </a:pathLst>
            </a:custGeom>
            <a:solidFill>
              <a:srgbClr val="0A19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8999262-5267-4978-9C63-12E591013E47}"/>
                </a:ext>
              </a:extLst>
            </p:cNvPr>
            <p:cNvSpPr txBox="1"/>
            <p:nvPr/>
          </p:nvSpPr>
          <p:spPr>
            <a:xfrm>
              <a:off x="3841286" y="55543"/>
              <a:ext cx="4751374" cy="8260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chemeClr val="bg1"/>
                  </a:solidFill>
                  <a:latin typeface="+mj-lt"/>
                </a:rPr>
                <a:t>Model Compile</a:t>
              </a: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DDA87EA6-DC24-C98D-CF53-968F35AF87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923" y="1443168"/>
            <a:ext cx="10793331" cy="4904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870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C3D5670-0328-432A-BB9B-A5D324CA8B5C}"/>
              </a:ext>
            </a:extLst>
          </p:cNvPr>
          <p:cNvSpPr/>
          <p:nvPr/>
        </p:nvSpPr>
        <p:spPr>
          <a:xfrm>
            <a:off x="626268" y="463464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17534A5-EF7C-44F2-A4D2-B5A06D74FF29}"/>
              </a:ext>
            </a:extLst>
          </p:cNvPr>
          <p:cNvGrpSpPr/>
          <p:nvPr/>
        </p:nvGrpSpPr>
        <p:grpSpPr>
          <a:xfrm>
            <a:off x="3242110" y="-23577"/>
            <a:ext cx="5707780" cy="1187557"/>
            <a:chOff x="2718738" y="-7143"/>
            <a:chExt cx="6996466" cy="1015663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76EF7DD-17FF-4BFF-B026-99B4E8C9A712}"/>
                </a:ext>
              </a:extLst>
            </p:cNvPr>
            <p:cNvSpPr/>
            <p:nvPr/>
          </p:nvSpPr>
          <p:spPr>
            <a:xfrm>
              <a:off x="2718738" y="-7143"/>
              <a:ext cx="6996466" cy="1015663"/>
            </a:xfrm>
            <a:custGeom>
              <a:avLst/>
              <a:gdLst>
                <a:gd name="connsiteX0" fmla="*/ 3253264 w 3543300"/>
                <a:gd name="connsiteY0" fmla="*/ 1263968 h 1266825"/>
                <a:gd name="connsiteX1" fmla="*/ 292894 w 3543300"/>
                <a:gd name="connsiteY1" fmla="*/ 1263968 h 1266825"/>
                <a:gd name="connsiteX2" fmla="*/ 7144 w 3543300"/>
                <a:gd name="connsiteY2" fmla="*/ 978218 h 1266825"/>
                <a:gd name="connsiteX3" fmla="*/ 7144 w 3543300"/>
                <a:gd name="connsiteY3" fmla="*/ 7144 h 1266825"/>
                <a:gd name="connsiteX4" fmla="*/ 3539014 w 3543300"/>
                <a:gd name="connsiteY4" fmla="*/ 7144 h 1266825"/>
                <a:gd name="connsiteX5" fmla="*/ 3539014 w 3543300"/>
                <a:gd name="connsiteY5" fmla="*/ 978218 h 1266825"/>
                <a:gd name="connsiteX6" fmla="*/ 3253264 w 3543300"/>
                <a:gd name="connsiteY6" fmla="*/ 1263968 h 1266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3300" h="1266825">
                  <a:moveTo>
                    <a:pt x="3253264" y="1263968"/>
                  </a:moveTo>
                  <a:lnTo>
                    <a:pt x="292894" y="1263968"/>
                  </a:lnTo>
                  <a:cubicBezTo>
                    <a:pt x="135064" y="1263968"/>
                    <a:pt x="7144" y="1136047"/>
                    <a:pt x="7144" y="978218"/>
                  </a:cubicBezTo>
                  <a:lnTo>
                    <a:pt x="7144" y="7144"/>
                  </a:lnTo>
                  <a:lnTo>
                    <a:pt x="3539014" y="7144"/>
                  </a:lnTo>
                  <a:lnTo>
                    <a:pt x="3539014" y="978218"/>
                  </a:lnTo>
                  <a:cubicBezTo>
                    <a:pt x="3539014" y="1136047"/>
                    <a:pt x="3411093" y="1263968"/>
                    <a:pt x="3253264" y="1263968"/>
                  </a:cubicBezTo>
                  <a:close/>
                </a:path>
              </a:pathLst>
            </a:custGeom>
            <a:solidFill>
              <a:srgbClr val="0A19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8999262-5267-4978-9C63-12E591013E47}"/>
                </a:ext>
              </a:extLst>
            </p:cNvPr>
            <p:cNvSpPr txBox="1"/>
            <p:nvPr/>
          </p:nvSpPr>
          <p:spPr>
            <a:xfrm>
              <a:off x="3220266" y="69933"/>
              <a:ext cx="5993413" cy="8686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chemeClr val="bg1"/>
                  </a:solidFill>
                  <a:latin typeface="+mj-lt"/>
                </a:rPr>
                <a:t>Performance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56540326-97E7-2536-51D1-66C2AA8415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223" y="3027850"/>
            <a:ext cx="10336067" cy="181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501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C3D5670-0328-432A-BB9B-A5D324CA8B5C}"/>
              </a:ext>
            </a:extLst>
          </p:cNvPr>
          <p:cNvSpPr/>
          <p:nvPr/>
        </p:nvSpPr>
        <p:spPr>
          <a:xfrm>
            <a:off x="626268" y="463464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17534A5-EF7C-44F2-A4D2-B5A06D74FF29}"/>
              </a:ext>
            </a:extLst>
          </p:cNvPr>
          <p:cNvGrpSpPr/>
          <p:nvPr/>
        </p:nvGrpSpPr>
        <p:grpSpPr>
          <a:xfrm>
            <a:off x="3277015" y="-23577"/>
            <a:ext cx="6272125" cy="1384995"/>
            <a:chOff x="2718738" y="-7143"/>
            <a:chExt cx="6996466" cy="1015663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76EF7DD-17FF-4BFF-B026-99B4E8C9A712}"/>
                </a:ext>
              </a:extLst>
            </p:cNvPr>
            <p:cNvSpPr/>
            <p:nvPr/>
          </p:nvSpPr>
          <p:spPr>
            <a:xfrm>
              <a:off x="2718738" y="-7143"/>
              <a:ext cx="6996466" cy="1015663"/>
            </a:xfrm>
            <a:custGeom>
              <a:avLst/>
              <a:gdLst>
                <a:gd name="connsiteX0" fmla="*/ 3253264 w 3543300"/>
                <a:gd name="connsiteY0" fmla="*/ 1263968 h 1266825"/>
                <a:gd name="connsiteX1" fmla="*/ 292894 w 3543300"/>
                <a:gd name="connsiteY1" fmla="*/ 1263968 h 1266825"/>
                <a:gd name="connsiteX2" fmla="*/ 7144 w 3543300"/>
                <a:gd name="connsiteY2" fmla="*/ 978218 h 1266825"/>
                <a:gd name="connsiteX3" fmla="*/ 7144 w 3543300"/>
                <a:gd name="connsiteY3" fmla="*/ 7144 h 1266825"/>
                <a:gd name="connsiteX4" fmla="*/ 3539014 w 3543300"/>
                <a:gd name="connsiteY4" fmla="*/ 7144 h 1266825"/>
                <a:gd name="connsiteX5" fmla="*/ 3539014 w 3543300"/>
                <a:gd name="connsiteY5" fmla="*/ 978218 h 1266825"/>
                <a:gd name="connsiteX6" fmla="*/ 3253264 w 3543300"/>
                <a:gd name="connsiteY6" fmla="*/ 1263968 h 1266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3300" h="1266825">
                  <a:moveTo>
                    <a:pt x="3253264" y="1263968"/>
                  </a:moveTo>
                  <a:lnTo>
                    <a:pt x="292894" y="1263968"/>
                  </a:lnTo>
                  <a:cubicBezTo>
                    <a:pt x="135064" y="1263968"/>
                    <a:pt x="7144" y="1136047"/>
                    <a:pt x="7144" y="978218"/>
                  </a:cubicBezTo>
                  <a:lnTo>
                    <a:pt x="7144" y="7144"/>
                  </a:lnTo>
                  <a:lnTo>
                    <a:pt x="3539014" y="7144"/>
                  </a:lnTo>
                  <a:lnTo>
                    <a:pt x="3539014" y="978218"/>
                  </a:lnTo>
                  <a:cubicBezTo>
                    <a:pt x="3539014" y="1136047"/>
                    <a:pt x="3411093" y="1263968"/>
                    <a:pt x="3253264" y="1263968"/>
                  </a:cubicBezTo>
                  <a:close/>
                </a:path>
              </a:pathLst>
            </a:custGeom>
            <a:solidFill>
              <a:srgbClr val="0A19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8999262-5267-4978-9C63-12E591013E47}"/>
                </a:ext>
              </a:extLst>
            </p:cNvPr>
            <p:cNvSpPr txBox="1"/>
            <p:nvPr/>
          </p:nvSpPr>
          <p:spPr>
            <a:xfrm>
              <a:off x="2991842" y="69933"/>
              <a:ext cx="6450274" cy="7448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chemeClr val="bg1"/>
                  </a:solidFill>
                  <a:latin typeface="+mj-lt"/>
                </a:rPr>
                <a:t>Model Evaluation</a:t>
              </a: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465540" y="1172328"/>
            <a:ext cx="1080657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F105F1C-BC5F-5045-BAD9-56015D44FD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729" y="1652339"/>
            <a:ext cx="10688542" cy="3553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689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C3D5670-0328-432A-BB9B-A5D324CA8B5C}"/>
              </a:ext>
            </a:extLst>
          </p:cNvPr>
          <p:cNvSpPr/>
          <p:nvPr/>
        </p:nvSpPr>
        <p:spPr>
          <a:xfrm>
            <a:off x="626268" y="463464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17534A5-EF7C-44F2-A4D2-B5A06D74FF29}"/>
              </a:ext>
            </a:extLst>
          </p:cNvPr>
          <p:cNvGrpSpPr/>
          <p:nvPr/>
        </p:nvGrpSpPr>
        <p:grpSpPr>
          <a:xfrm>
            <a:off x="3242110" y="-23577"/>
            <a:ext cx="5707780" cy="1187557"/>
            <a:chOff x="2718738" y="-7143"/>
            <a:chExt cx="6996466" cy="1015663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76EF7DD-17FF-4BFF-B026-99B4E8C9A712}"/>
                </a:ext>
              </a:extLst>
            </p:cNvPr>
            <p:cNvSpPr/>
            <p:nvPr/>
          </p:nvSpPr>
          <p:spPr>
            <a:xfrm>
              <a:off x="2718738" y="-7143"/>
              <a:ext cx="6996466" cy="1015663"/>
            </a:xfrm>
            <a:custGeom>
              <a:avLst/>
              <a:gdLst>
                <a:gd name="connsiteX0" fmla="*/ 3253264 w 3543300"/>
                <a:gd name="connsiteY0" fmla="*/ 1263968 h 1266825"/>
                <a:gd name="connsiteX1" fmla="*/ 292894 w 3543300"/>
                <a:gd name="connsiteY1" fmla="*/ 1263968 h 1266825"/>
                <a:gd name="connsiteX2" fmla="*/ 7144 w 3543300"/>
                <a:gd name="connsiteY2" fmla="*/ 978218 h 1266825"/>
                <a:gd name="connsiteX3" fmla="*/ 7144 w 3543300"/>
                <a:gd name="connsiteY3" fmla="*/ 7144 h 1266825"/>
                <a:gd name="connsiteX4" fmla="*/ 3539014 w 3543300"/>
                <a:gd name="connsiteY4" fmla="*/ 7144 h 1266825"/>
                <a:gd name="connsiteX5" fmla="*/ 3539014 w 3543300"/>
                <a:gd name="connsiteY5" fmla="*/ 978218 h 1266825"/>
                <a:gd name="connsiteX6" fmla="*/ 3253264 w 3543300"/>
                <a:gd name="connsiteY6" fmla="*/ 1263968 h 1266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3300" h="1266825">
                  <a:moveTo>
                    <a:pt x="3253264" y="1263968"/>
                  </a:moveTo>
                  <a:lnTo>
                    <a:pt x="292894" y="1263968"/>
                  </a:lnTo>
                  <a:cubicBezTo>
                    <a:pt x="135064" y="1263968"/>
                    <a:pt x="7144" y="1136047"/>
                    <a:pt x="7144" y="978218"/>
                  </a:cubicBezTo>
                  <a:lnTo>
                    <a:pt x="7144" y="7144"/>
                  </a:lnTo>
                  <a:lnTo>
                    <a:pt x="3539014" y="7144"/>
                  </a:lnTo>
                  <a:lnTo>
                    <a:pt x="3539014" y="978218"/>
                  </a:lnTo>
                  <a:cubicBezTo>
                    <a:pt x="3539014" y="1136047"/>
                    <a:pt x="3411093" y="1263968"/>
                    <a:pt x="3253264" y="1263968"/>
                  </a:cubicBezTo>
                  <a:close/>
                </a:path>
              </a:pathLst>
            </a:custGeom>
            <a:solidFill>
              <a:srgbClr val="0A19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8999262-5267-4978-9C63-12E591013E47}"/>
                </a:ext>
              </a:extLst>
            </p:cNvPr>
            <p:cNvSpPr txBox="1"/>
            <p:nvPr/>
          </p:nvSpPr>
          <p:spPr>
            <a:xfrm>
              <a:off x="4972237" y="69933"/>
              <a:ext cx="2489482" cy="8686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chemeClr val="bg1"/>
                  </a:solidFill>
                  <a:latin typeface="+mj-lt"/>
                </a:rPr>
                <a:t>Curve</a:t>
              </a: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465540" y="1172328"/>
            <a:ext cx="1080657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5960A7-CD0C-EF40-AAD2-BB7DF184B5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8639" y="1963688"/>
            <a:ext cx="5020376" cy="4229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166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C3D5670-0328-432A-BB9B-A5D324CA8B5C}"/>
              </a:ext>
            </a:extLst>
          </p:cNvPr>
          <p:cNvSpPr/>
          <p:nvPr/>
        </p:nvSpPr>
        <p:spPr>
          <a:xfrm>
            <a:off x="626268" y="463464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17534A5-EF7C-44F2-A4D2-B5A06D74FF29}"/>
              </a:ext>
            </a:extLst>
          </p:cNvPr>
          <p:cNvGrpSpPr/>
          <p:nvPr/>
        </p:nvGrpSpPr>
        <p:grpSpPr>
          <a:xfrm>
            <a:off x="3242110" y="-23577"/>
            <a:ext cx="5707780" cy="1187557"/>
            <a:chOff x="2718738" y="-7143"/>
            <a:chExt cx="6996466" cy="1015663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76EF7DD-17FF-4BFF-B026-99B4E8C9A712}"/>
                </a:ext>
              </a:extLst>
            </p:cNvPr>
            <p:cNvSpPr/>
            <p:nvPr/>
          </p:nvSpPr>
          <p:spPr>
            <a:xfrm>
              <a:off x="2718738" y="-7143"/>
              <a:ext cx="6996466" cy="1015663"/>
            </a:xfrm>
            <a:custGeom>
              <a:avLst/>
              <a:gdLst>
                <a:gd name="connsiteX0" fmla="*/ 3253264 w 3543300"/>
                <a:gd name="connsiteY0" fmla="*/ 1263968 h 1266825"/>
                <a:gd name="connsiteX1" fmla="*/ 292894 w 3543300"/>
                <a:gd name="connsiteY1" fmla="*/ 1263968 h 1266825"/>
                <a:gd name="connsiteX2" fmla="*/ 7144 w 3543300"/>
                <a:gd name="connsiteY2" fmla="*/ 978218 h 1266825"/>
                <a:gd name="connsiteX3" fmla="*/ 7144 w 3543300"/>
                <a:gd name="connsiteY3" fmla="*/ 7144 h 1266825"/>
                <a:gd name="connsiteX4" fmla="*/ 3539014 w 3543300"/>
                <a:gd name="connsiteY4" fmla="*/ 7144 h 1266825"/>
                <a:gd name="connsiteX5" fmla="*/ 3539014 w 3543300"/>
                <a:gd name="connsiteY5" fmla="*/ 978218 h 1266825"/>
                <a:gd name="connsiteX6" fmla="*/ 3253264 w 3543300"/>
                <a:gd name="connsiteY6" fmla="*/ 1263968 h 1266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3300" h="1266825">
                  <a:moveTo>
                    <a:pt x="3253264" y="1263968"/>
                  </a:moveTo>
                  <a:lnTo>
                    <a:pt x="292894" y="1263968"/>
                  </a:lnTo>
                  <a:cubicBezTo>
                    <a:pt x="135064" y="1263968"/>
                    <a:pt x="7144" y="1136047"/>
                    <a:pt x="7144" y="978218"/>
                  </a:cubicBezTo>
                  <a:lnTo>
                    <a:pt x="7144" y="7144"/>
                  </a:lnTo>
                  <a:lnTo>
                    <a:pt x="3539014" y="7144"/>
                  </a:lnTo>
                  <a:lnTo>
                    <a:pt x="3539014" y="978218"/>
                  </a:lnTo>
                  <a:cubicBezTo>
                    <a:pt x="3539014" y="1136047"/>
                    <a:pt x="3411093" y="1263968"/>
                    <a:pt x="3253264" y="1263968"/>
                  </a:cubicBezTo>
                  <a:close/>
                </a:path>
              </a:pathLst>
            </a:custGeom>
            <a:solidFill>
              <a:srgbClr val="0A19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8999262-5267-4978-9C63-12E591013E47}"/>
                </a:ext>
              </a:extLst>
            </p:cNvPr>
            <p:cNvSpPr txBox="1"/>
            <p:nvPr/>
          </p:nvSpPr>
          <p:spPr>
            <a:xfrm>
              <a:off x="3216221" y="69933"/>
              <a:ext cx="6001509" cy="8686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chemeClr val="bg1"/>
                  </a:solidFill>
                  <a:latin typeface="+mj-lt"/>
                </a:rPr>
                <a:t>Testing sample</a:t>
              </a: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465540" y="1172328"/>
            <a:ext cx="1080657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89A9E3D-A078-CE5A-DBFE-78AD4E4616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2366" y="1441678"/>
            <a:ext cx="5778473" cy="4907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168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C3D5670-0328-432A-BB9B-A5D324CA8B5C}"/>
              </a:ext>
            </a:extLst>
          </p:cNvPr>
          <p:cNvSpPr/>
          <p:nvPr/>
        </p:nvSpPr>
        <p:spPr>
          <a:xfrm>
            <a:off x="626268" y="463464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17534A5-EF7C-44F2-A4D2-B5A06D74FF29}"/>
              </a:ext>
            </a:extLst>
          </p:cNvPr>
          <p:cNvGrpSpPr/>
          <p:nvPr/>
        </p:nvGrpSpPr>
        <p:grpSpPr>
          <a:xfrm>
            <a:off x="3242110" y="-23577"/>
            <a:ext cx="5707780" cy="1187557"/>
            <a:chOff x="2718738" y="-7143"/>
            <a:chExt cx="6996466" cy="1015663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76EF7DD-17FF-4BFF-B026-99B4E8C9A712}"/>
                </a:ext>
              </a:extLst>
            </p:cNvPr>
            <p:cNvSpPr/>
            <p:nvPr/>
          </p:nvSpPr>
          <p:spPr>
            <a:xfrm>
              <a:off x="2718738" y="-7143"/>
              <a:ext cx="6996466" cy="1015663"/>
            </a:xfrm>
            <a:custGeom>
              <a:avLst/>
              <a:gdLst>
                <a:gd name="connsiteX0" fmla="*/ 3253264 w 3543300"/>
                <a:gd name="connsiteY0" fmla="*/ 1263968 h 1266825"/>
                <a:gd name="connsiteX1" fmla="*/ 292894 w 3543300"/>
                <a:gd name="connsiteY1" fmla="*/ 1263968 h 1266825"/>
                <a:gd name="connsiteX2" fmla="*/ 7144 w 3543300"/>
                <a:gd name="connsiteY2" fmla="*/ 978218 h 1266825"/>
                <a:gd name="connsiteX3" fmla="*/ 7144 w 3543300"/>
                <a:gd name="connsiteY3" fmla="*/ 7144 h 1266825"/>
                <a:gd name="connsiteX4" fmla="*/ 3539014 w 3543300"/>
                <a:gd name="connsiteY4" fmla="*/ 7144 h 1266825"/>
                <a:gd name="connsiteX5" fmla="*/ 3539014 w 3543300"/>
                <a:gd name="connsiteY5" fmla="*/ 978218 h 1266825"/>
                <a:gd name="connsiteX6" fmla="*/ 3253264 w 3543300"/>
                <a:gd name="connsiteY6" fmla="*/ 1263968 h 1266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3300" h="1266825">
                  <a:moveTo>
                    <a:pt x="3253264" y="1263968"/>
                  </a:moveTo>
                  <a:lnTo>
                    <a:pt x="292894" y="1263968"/>
                  </a:lnTo>
                  <a:cubicBezTo>
                    <a:pt x="135064" y="1263968"/>
                    <a:pt x="7144" y="1136047"/>
                    <a:pt x="7144" y="978218"/>
                  </a:cubicBezTo>
                  <a:lnTo>
                    <a:pt x="7144" y="7144"/>
                  </a:lnTo>
                  <a:lnTo>
                    <a:pt x="3539014" y="7144"/>
                  </a:lnTo>
                  <a:lnTo>
                    <a:pt x="3539014" y="978218"/>
                  </a:lnTo>
                  <a:cubicBezTo>
                    <a:pt x="3539014" y="1136047"/>
                    <a:pt x="3411093" y="1263968"/>
                    <a:pt x="3253264" y="1263968"/>
                  </a:cubicBezTo>
                  <a:close/>
                </a:path>
              </a:pathLst>
            </a:custGeom>
            <a:solidFill>
              <a:srgbClr val="0A19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8999262-5267-4978-9C63-12E591013E47}"/>
                </a:ext>
              </a:extLst>
            </p:cNvPr>
            <p:cNvSpPr txBox="1"/>
            <p:nvPr/>
          </p:nvSpPr>
          <p:spPr>
            <a:xfrm>
              <a:off x="3216221" y="69933"/>
              <a:ext cx="6001509" cy="8686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chemeClr val="bg1"/>
                  </a:solidFill>
                  <a:latin typeface="+mj-lt"/>
                </a:rPr>
                <a:t>Testing sample</a:t>
              </a: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465540" y="1172328"/>
            <a:ext cx="1080657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5EAD94-4A9B-A050-8464-9DA50B3FC9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8124" y="1644244"/>
            <a:ext cx="6334781" cy="4487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156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C3D5670-0328-432A-BB9B-A5D324CA8B5C}"/>
              </a:ext>
            </a:extLst>
          </p:cNvPr>
          <p:cNvSpPr/>
          <p:nvPr/>
        </p:nvSpPr>
        <p:spPr>
          <a:xfrm>
            <a:off x="626268" y="463464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17534A5-EF7C-44F2-A4D2-B5A06D74FF29}"/>
              </a:ext>
            </a:extLst>
          </p:cNvPr>
          <p:cNvGrpSpPr/>
          <p:nvPr/>
        </p:nvGrpSpPr>
        <p:grpSpPr>
          <a:xfrm>
            <a:off x="3242110" y="-23577"/>
            <a:ext cx="5707780" cy="1187557"/>
            <a:chOff x="2718738" y="-7143"/>
            <a:chExt cx="6996466" cy="1015663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76EF7DD-17FF-4BFF-B026-99B4E8C9A712}"/>
                </a:ext>
              </a:extLst>
            </p:cNvPr>
            <p:cNvSpPr/>
            <p:nvPr/>
          </p:nvSpPr>
          <p:spPr>
            <a:xfrm>
              <a:off x="2718738" y="-7143"/>
              <a:ext cx="6996466" cy="1015663"/>
            </a:xfrm>
            <a:custGeom>
              <a:avLst/>
              <a:gdLst>
                <a:gd name="connsiteX0" fmla="*/ 3253264 w 3543300"/>
                <a:gd name="connsiteY0" fmla="*/ 1263968 h 1266825"/>
                <a:gd name="connsiteX1" fmla="*/ 292894 w 3543300"/>
                <a:gd name="connsiteY1" fmla="*/ 1263968 h 1266825"/>
                <a:gd name="connsiteX2" fmla="*/ 7144 w 3543300"/>
                <a:gd name="connsiteY2" fmla="*/ 978218 h 1266825"/>
                <a:gd name="connsiteX3" fmla="*/ 7144 w 3543300"/>
                <a:gd name="connsiteY3" fmla="*/ 7144 h 1266825"/>
                <a:gd name="connsiteX4" fmla="*/ 3539014 w 3543300"/>
                <a:gd name="connsiteY4" fmla="*/ 7144 h 1266825"/>
                <a:gd name="connsiteX5" fmla="*/ 3539014 w 3543300"/>
                <a:gd name="connsiteY5" fmla="*/ 978218 h 1266825"/>
                <a:gd name="connsiteX6" fmla="*/ 3253264 w 3543300"/>
                <a:gd name="connsiteY6" fmla="*/ 1263968 h 1266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3300" h="1266825">
                  <a:moveTo>
                    <a:pt x="3253264" y="1263968"/>
                  </a:moveTo>
                  <a:lnTo>
                    <a:pt x="292894" y="1263968"/>
                  </a:lnTo>
                  <a:cubicBezTo>
                    <a:pt x="135064" y="1263968"/>
                    <a:pt x="7144" y="1136047"/>
                    <a:pt x="7144" y="978218"/>
                  </a:cubicBezTo>
                  <a:lnTo>
                    <a:pt x="7144" y="7144"/>
                  </a:lnTo>
                  <a:lnTo>
                    <a:pt x="3539014" y="7144"/>
                  </a:lnTo>
                  <a:lnTo>
                    <a:pt x="3539014" y="978218"/>
                  </a:lnTo>
                  <a:cubicBezTo>
                    <a:pt x="3539014" y="1136047"/>
                    <a:pt x="3411093" y="1263968"/>
                    <a:pt x="3253264" y="1263968"/>
                  </a:cubicBezTo>
                  <a:close/>
                </a:path>
              </a:pathLst>
            </a:custGeom>
            <a:solidFill>
              <a:srgbClr val="0A19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8999262-5267-4978-9C63-12E591013E47}"/>
                </a:ext>
              </a:extLst>
            </p:cNvPr>
            <p:cNvSpPr txBox="1"/>
            <p:nvPr/>
          </p:nvSpPr>
          <p:spPr>
            <a:xfrm>
              <a:off x="3216221" y="69933"/>
              <a:ext cx="6001509" cy="8686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chemeClr val="bg1"/>
                  </a:solidFill>
                  <a:latin typeface="+mj-lt"/>
                </a:rPr>
                <a:t>Testing sample</a:t>
              </a: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465540" y="1172328"/>
            <a:ext cx="1080657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069EDB-BC79-CC00-6F22-B652A077B7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5100" y="1562471"/>
            <a:ext cx="6801799" cy="460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675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47">
            <a:extLst>
              <a:ext uri="{FF2B5EF4-FFF2-40B4-BE49-F238E27FC236}">
                <a16:creationId xmlns:a16="http://schemas.microsoft.com/office/drawing/2014/main" id="{8B20C6C3-B2E5-45A0-887C-1B9577C96676}"/>
              </a:ext>
            </a:extLst>
          </p:cNvPr>
          <p:cNvSpPr txBox="1"/>
          <p:nvPr/>
        </p:nvSpPr>
        <p:spPr>
          <a:xfrm>
            <a:off x="2791327" y="296751"/>
            <a:ext cx="69109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Gantt </a:t>
            </a:r>
            <a:r>
              <a:rPr lang="en-US" sz="6000" b="1" u="sng" dirty="0">
                <a:solidFill>
                  <a:srgbClr val="185AD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Chart</a:t>
            </a:r>
          </a:p>
        </p:txBody>
      </p:sp>
      <p:sp>
        <p:nvSpPr>
          <p:cNvPr id="87" name="Freeform: Shape 86">
            <a:extLst>
              <a:ext uri="{FF2B5EF4-FFF2-40B4-BE49-F238E27FC236}">
                <a16:creationId xmlns:a16="http://schemas.microsoft.com/office/drawing/2014/main" id="{798CADB7-B8B8-4EAE-8F10-B49B6670FDC8}"/>
              </a:ext>
            </a:extLst>
          </p:cNvPr>
          <p:cNvSpPr/>
          <p:nvPr/>
        </p:nvSpPr>
        <p:spPr>
          <a:xfrm>
            <a:off x="1677829" y="1637396"/>
            <a:ext cx="190500" cy="190500"/>
          </a:xfrm>
          <a:custGeom>
            <a:avLst/>
            <a:gdLst>
              <a:gd name="connsiteX0" fmla="*/ 183928 w 190500"/>
              <a:gd name="connsiteY0" fmla="*/ 95536 h 190500"/>
              <a:gd name="connsiteX1" fmla="*/ 95536 w 190500"/>
              <a:gd name="connsiteY1" fmla="*/ 183928 h 190500"/>
              <a:gd name="connsiteX2" fmla="*/ 7144 w 190500"/>
              <a:gd name="connsiteY2" fmla="*/ 95536 h 190500"/>
              <a:gd name="connsiteX3" fmla="*/ 95536 w 190500"/>
              <a:gd name="connsiteY3" fmla="*/ 7144 h 190500"/>
              <a:gd name="connsiteX4" fmla="*/ 183928 w 190500"/>
              <a:gd name="connsiteY4" fmla="*/ 95536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500" h="190500">
                <a:moveTo>
                  <a:pt x="183928" y="95536"/>
                </a:moveTo>
                <a:cubicBezTo>
                  <a:pt x="183928" y="144353"/>
                  <a:pt x="144353" y="183928"/>
                  <a:pt x="95536" y="183928"/>
                </a:cubicBezTo>
                <a:cubicBezTo>
                  <a:pt x="46718" y="183928"/>
                  <a:pt x="7144" y="144353"/>
                  <a:pt x="7144" y="95536"/>
                </a:cubicBezTo>
                <a:cubicBezTo>
                  <a:pt x="7144" y="46718"/>
                  <a:pt x="46718" y="7144"/>
                  <a:pt x="95536" y="7144"/>
                </a:cubicBezTo>
                <a:cubicBezTo>
                  <a:pt x="144353" y="7144"/>
                  <a:pt x="183928" y="46718"/>
                  <a:pt x="183928" y="95536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8" name="Freeform: Shape 87">
            <a:extLst>
              <a:ext uri="{FF2B5EF4-FFF2-40B4-BE49-F238E27FC236}">
                <a16:creationId xmlns:a16="http://schemas.microsoft.com/office/drawing/2014/main" id="{CA511FB9-8ED9-4E1C-895E-DCB4DA0204CC}"/>
              </a:ext>
            </a:extLst>
          </p:cNvPr>
          <p:cNvSpPr/>
          <p:nvPr/>
        </p:nvSpPr>
        <p:spPr>
          <a:xfrm>
            <a:off x="11238929" y="894350"/>
            <a:ext cx="190500" cy="190500"/>
          </a:xfrm>
          <a:custGeom>
            <a:avLst/>
            <a:gdLst>
              <a:gd name="connsiteX0" fmla="*/ 183928 w 190500"/>
              <a:gd name="connsiteY0" fmla="*/ 95536 h 190500"/>
              <a:gd name="connsiteX1" fmla="*/ 95535 w 190500"/>
              <a:gd name="connsiteY1" fmla="*/ 183928 h 190500"/>
              <a:gd name="connsiteX2" fmla="*/ 7143 w 190500"/>
              <a:gd name="connsiteY2" fmla="*/ 95536 h 190500"/>
              <a:gd name="connsiteX3" fmla="*/ 95535 w 190500"/>
              <a:gd name="connsiteY3" fmla="*/ 7144 h 190500"/>
              <a:gd name="connsiteX4" fmla="*/ 183928 w 190500"/>
              <a:gd name="connsiteY4" fmla="*/ 95536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500" h="190500">
                <a:moveTo>
                  <a:pt x="183928" y="95536"/>
                </a:moveTo>
                <a:cubicBezTo>
                  <a:pt x="183928" y="144353"/>
                  <a:pt x="144353" y="183928"/>
                  <a:pt x="95535" y="183928"/>
                </a:cubicBezTo>
                <a:cubicBezTo>
                  <a:pt x="46718" y="183928"/>
                  <a:pt x="7143" y="144353"/>
                  <a:pt x="7143" y="95536"/>
                </a:cubicBezTo>
                <a:cubicBezTo>
                  <a:pt x="7143" y="46718"/>
                  <a:pt x="46718" y="7144"/>
                  <a:pt x="95535" y="7144"/>
                </a:cubicBezTo>
                <a:cubicBezTo>
                  <a:pt x="144353" y="7144"/>
                  <a:pt x="183928" y="46718"/>
                  <a:pt x="183928" y="95536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50F2AECE-4F95-4A67-A7AC-0745E569C6DB}"/>
              </a:ext>
            </a:extLst>
          </p:cNvPr>
          <p:cNvSpPr/>
          <p:nvPr/>
        </p:nvSpPr>
        <p:spPr>
          <a:xfrm>
            <a:off x="7921657" y="6370749"/>
            <a:ext cx="190500" cy="190500"/>
          </a:xfrm>
          <a:custGeom>
            <a:avLst/>
            <a:gdLst>
              <a:gd name="connsiteX0" fmla="*/ 183928 w 190500"/>
              <a:gd name="connsiteY0" fmla="*/ 95536 h 190500"/>
              <a:gd name="connsiteX1" fmla="*/ 95535 w 190500"/>
              <a:gd name="connsiteY1" fmla="*/ 183928 h 190500"/>
              <a:gd name="connsiteX2" fmla="*/ 7143 w 190500"/>
              <a:gd name="connsiteY2" fmla="*/ 95536 h 190500"/>
              <a:gd name="connsiteX3" fmla="*/ 95535 w 190500"/>
              <a:gd name="connsiteY3" fmla="*/ 7144 h 190500"/>
              <a:gd name="connsiteX4" fmla="*/ 183928 w 190500"/>
              <a:gd name="connsiteY4" fmla="*/ 95536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500" h="190500">
                <a:moveTo>
                  <a:pt x="183928" y="95536"/>
                </a:moveTo>
                <a:cubicBezTo>
                  <a:pt x="183928" y="144353"/>
                  <a:pt x="144353" y="183928"/>
                  <a:pt x="95535" y="183928"/>
                </a:cubicBezTo>
                <a:cubicBezTo>
                  <a:pt x="46718" y="183928"/>
                  <a:pt x="7143" y="144354"/>
                  <a:pt x="7143" y="95536"/>
                </a:cubicBezTo>
                <a:cubicBezTo>
                  <a:pt x="7143" y="46719"/>
                  <a:pt x="46717" y="7144"/>
                  <a:pt x="95535" y="7144"/>
                </a:cubicBezTo>
                <a:cubicBezTo>
                  <a:pt x="144353" y="7144"/>
                  <a:pt x="183928" y="46718"/>
                  <a:pt x="183928" y="95536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04F2FB-5614-E16E-7431-A4FEED9A9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791" y="1428795"/>
            <a:ext cx="8798493" cy="5132454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12642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87" grpId="0" animBg="1"/>
      <p:bldP spid="88" grpId="0" animBg="1"/>
      <p:bldP spid="8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CC4A70A1-C5CF-4C31-9DFF-D7FD65D8F9D7}"/>
              </a:ext>
            </a:extLst>
          </p:cNvPr>
          <p:cNvSpPr/>
          <p:nvPr/>
        </p:nvSpPr>
        <p:spPr>
          <a:xfrm>
            <a:off x="-7144" y="-7144"/>
            <a:ext cx="12201525" cy="6867525"/>
          </a:xfrm>
          <a:custGeom>
            <a:avLst/>
            <a:gdLst>
              <a:gd name="connsiteX0" fmla="*/ 10087927 w 12201525"/>
              <a:gd name="connsiteY0" fmla="*/ 7144 h 6867525"/>
              <a:gd name="connsiteX1" fmla="*/ 8134541 w 12201525"/>
              <a:gd name="connsiteY1" fmla="*/ 465296 h 6867525"/>
              <a:gd name="connsiteX2" fmla="*/ 8132350 w 12201525"/>
              <a:gd name="connsiteY2" fmla="*/ 455962 h 6867525"/>
              <a:gd name="connsiteX3" fmla="*/ 10046017 w 12201525"/>
              <a:gd name="connsiteY3" fmla="*/ 7144 h 6867525"/>
              <a:gd name="connsiteX4" fmla="*/ 10087927 w 12201525"/>
              <a:gd name="connsiteY4" fmla="*/ 7144 h 6867525"/>
              <a:gd name="connsiteX5" fmla="*/ 8132350 w 12201525"/>
              <a:gd name="connsiteY5" fmla="*/ 1094423 h 6867525"/>
              <a:gd name="connsiteX6" fmla="*/ 8134541 w 12201525"/>
              <a:gd name="connsiteY6" fmla="*/ 1103662 h 6867525"/>
              <a:gd name="connsiteX7" fmla="*/ 12200191 w 12201525"/>
              <a:gd name="connsiteY7" fmla="*/ 150114 h 6867525"/>
              <a:gd name="connsiteX8" fmla="*/ 12200191 w 12201525"/>
              <a:gd name="connsiteY8" fmla="*/ 140303 h 6867525"/>
              <a:gd name="connsiteX9" fmla="*/ 8132350 w 12201525"/>
              <a:gd name="connsiteY9" fmla="*/ 1094423 h 6867525"/>
              <a:gd name="connsiteX10" fmla="*/ 8132350 w 12201525"/>
              <a:gd name="connsiteY10" fmla="*/ 1732788 h 6867525"/>
              <a:gd name="connsiteX11" fmla="*/ 8134541 w 12201525"/>
              <a:gd name="connsiteY11" fmla="*/ 1742027 h 6867525"/>
              <a:gd name="connsiteX12" fmla="*/ 12200191 w 12201525"/>
              <a:gd name="connsiteY12" fmla="*/ 788480 h 6867525"/>
              <a:gd name="connsiteX13" fmla="*/ 12200191 w 12201525"/>
              <a:gd name="connsiteY13" fmla="*/ 778764 h 6867525"/>
              <a:gd name="connsiteX14" fmla="*/ 8132350 w 12201525"/>
              <a:gd name="connsiteY14" fmla="*/ 1732788 h 6867525"/>
              <a:gd name="connsiteX15" fmla="*/ 8132350 w 12201525"/>
              <a:gd name="connsiteY15" fmla="*/ 2371154 h 6867525"/>
              <a:gd name="connsiteX16" fmla="*/ 8134541 w 12201525"/>
              <a:gd name="connsiteY16" fmla="*/ 2380488 h 6867525"/>
              <a:gd name="connsiteX17" fmla="*/ 12200191 w 12201525"/>
              <a:gd name="connsiteY17" fmla="*/ 1426940 h 6867525"/>
              <a:gd name="connsiteX18" fmla="*/ 12200191 w 12201525"/>
              <a:gd name="connsiteY18" fmla="*/ 1417130 h 6867525"/>
              <a:gd name="connsiteX19" fmla="*/ 8132350 w 12201525"/>
              <a:gd name="connsiteY19" fmla="*/ 2371154 h 6867525"/>
              <a:gd name="connsiteX20" fmla="*/ 8132350 w 12201525"/>
              <a:gd name="connsiteY20" fmla="*/ 3009614 h 6867525"/>
              <a:gd name="connsiteX21" fmla="*/ 8134541 w 12201525"/>
              <a:gd name="connsiteY21" fmla="*/ 3018854 h 6867525"/>
              <a:gd name="connsiteX22" fmla="*/ 12200191 w 12201525"/>
              <a:gd name="connsiteY22" fmla="*/ 2065306 h 6867525"/>
              <a:gd name="connsiteX23" fmla="*/ 12200191 w 12201525"/>
              <a:gd name="connsiteY23" fmla="*/ 2055495 h 6867525"/>
              <a:gd name="connsiteX24" fmla="*/ 8132350 w 12201525"/>
              <a:gd name="connsiteY24" fmla="*/ 3009614 h 6867525"/>
              <a:gd name="connsiteX25" fmla="*/ 8132350 w 12201525"/>
              <a:gd name="connsiteY25" fmla="*/ 3647980 h 6867525"/>
              <a:gd name="connsiteX26" fmla="*/ 8134541 w 12201525"/>
              <a:gd name="connsiteY26" fmla="*/ 3657219 h 6867525"/>
              <a:gd name="connsiteX27" fmla="*/ 12200191 w 12201525"/>
              <a:gd name="connsiteY27" fmla="*/ 2703671 h 6867525"/>
              <a:gd name="connsiteX28" fmla="*/ 12200191 w 12201525"/>
              <a:gd name="connsiteY28" fmla="*/ 2693861 h 6867525"/>
              <a:gd name="connsiteX29" fmla="*/ 8132350 w 12201525"/>
              <a:gd name="connsiteY29" fmla="*/ 3647980 h 6867525"/>
              <a:gd name="connsiteX30" fmla="*/ 8132350 w 12201525"/>
              <a:gd name="connsiteY30" fmla="*/ 4286346 h 6867525"/>
              <a:gd name="connsiteX31" fmla="*/ 8134541 w 12201525"/>
              <a:gd name="connsiteY31" fmla="*/ 4295680 h 6867525"/>
              <a:gd name="connsiteX32" fmla="*/ 12200191 w 12201525"/>
              <a:gd name="connsiteY32" fmla="*/ 3342132 h 6867525"/>
              <a:gd name="connsiteX33" fmla="*/ 12200191 w 12201525"/>
              <a:gd name="connsiteY33" fmla="*/ 3332321 h 6867525"/>
              <a:gd name="connsiteX34" fmla="*/ 8132350 w 12201525"/>
              <a:gd name="connsiteY34" fmla="*/ 4286346 h 6867525"/>
              <a:gd name="connsiteX35" fmla="*/ 8132350 w 12201525"/>
              <a:gd name="connsiteY35" fmla="*/ 4924806 h 6867525"/>
              <a:gd name="connsiteX36" fmla="*/ 8134541 w 12201525"/>
              <a:gd name="connsiteY36" fmla="*/ 4934046 h 6867525"/>
              <a:gd name="connsiteX37" fmla="*/ 12200191 w 12201525"/>
              <a:gd name="connsiteY37" fmla="*/ 3980498 h 6867525"/>
              <a:gd name="connsiteX38" fmla="*/ 12200191 w 12201525"/>
              <a:gd name="connsiteY38" fmla="*/ 3970687 h 6867525"/>
              <a:gd name="connsiteX39" fmla="*/ 8132350 w 12201525"/>
              <a:gd name="connsiteY39" fmla="*/ 4924806 h 6867525"/>
              <a:gd name="connsiteX40" fmla="*/ 8132350 w 12201525"/>
              <a:gd name="connsiteY40" fmla="*/ 5563172 h 6867525"/>
              <a:gd name="connsiteX41" fmla="*/ 8134541 w 12201525"/>
              <a:gd name="connsiteY41" fmla="*/ 5572411 h 6867525"/>
              <a:gd name="connsiteX42" fmla="*/ 12200191 w 12201525"/>
              <a:gd name="connsiteY42" fmla="*/ 4618863 h 6867525"/>
              <a:gd name="connsiteX43" fmla="*/ 12200191 w 12201525"/>
              <a:gd name="connsiteY43" fmla="*/ 4609053 h 6867525"/>
              <a:gd name="connsiteX44" fmla="*/ 8132350 w 12201525"/>
              <a:gd name="connsiteY44" fmla="*/ 5563172 h 6867525"/>
              <a:gd name="connsiteX45" fmla="*/ 8132350 w 12201525"/>
              <a:gd name="connsiteY45" fmla="*/ 6201537 h 6867525"/>
              <a:gd name="connsiteX46" fmla="*/ 8134541 w 12201525"/>
              <a:gd name="connsiteY46" fmla="*/ 6210776 h 6867525"/>
              <a:gd name="connsiteX47" fmla="*/ 12200191 w 12201525"/>
              <a:gd name="connsiteY47" fmla="*/ 5257229 h 6867525"/>
              <a:gd name="connsiteX48" fmla="*/ 12200191 w 12201525"/>
              <a:gd name="connsiteY48" fmla="*/ 5247513 h 6867525"/>
              <a:gd name="connsiteX49" fmla="*/ 8132350 w 12201525"/>
              <a:gd name="connsiteY49" fmla="*/ 6201537 h 6867525"/>
              <a:gd name="connsiteX50" fmla="*/ 8132350 w 12201525"/>
              <a:gd name="connsiteY50" fmla="*/ 6839903 h 6867525"/>
              <a:gd name="connsiteX51" fmla="*/ 8134541 w 12201525"/>
              <a:gd name="connsiteY51" fmla="*/ 6849237 h 6867525"/>
              <a:gd name="connsiteX52" fmla="*/ 12200191 w 12201525"/>
              <a:gd name="connsiteY52" fmla="*/ 5895689 h 6867525"/>
              <a:gd name="connsiteX53" fmla="*/ 12200191 w 12201525"/>
              <a:gd name="connsiteY53" fmla="*/ 5885879 h 6867525"/>
              <a:gd name="connsiteX54" fmla="*/ 8132350 w 12201525"/>
              <a:gd name="connsiteY54" fmla="*/ 6839903 h 6867525"/>
              <a:gd name="connsiteX55" fmla="*/ 10746867 w 12201525"/>
              <a:gd name="connsiteY55" fmla="*/ 6865144 h 6867525"/>
              <a:gd name="connsiteX56" fmla="*/ 10788682 w 12201525"/>
              <a:gd name="connsiteY56" fmla="*/ 6865144 h 6867525"/>
              <a:gd name="connsiteX57" fmla="*/ 12200191 w 12201525"/>
              <a:gd name="connsiteY57" fmla="*/ 6534055 h 6867525"/>
              <a:gd name="connsiteX58" fmla="*/ 12200191 w 12201525"/>
              <a:gd name="connsiteY58" fmla="*/ 6524244 h 6867525"/>
              <a:gd name="connsiteX59" fmla="*/ 10746867 w 12201525"/>
              <a:gd name="connsiteY59" fmla="*/ 6865144 h 6867525"/>
              <a:gd name="connsiteX60" fmla="*/ 2663381 w 12201525"/>
              <a:gd name="connsiteY60" fmla="*/ 7144 h 6867525"/>
              <a:gd name="connsiteX61" fmla="*/ 2621661 w 12201525"/>
              <a:gd name="connsiteY61" fmla="*/ 7144 h 6867525"/>
              <a:gd name="connsiteX62" fmla="*/ 4574953 w 12201525"/>
              <a:gd name="connsiteY62" fmla="*/ 465296 h 6867525"/>
              <a:gd name="connsiteX63" fmla="*/ 4577144 w 12201525"/>
              <a:gd name="connsiteY63" fmla="*/ 455962 h 6867525"/>
              <a:gd name="connsiteX64" fmla="*/ 2663381 w 12201525"/>
              <a:gd name="connsiteY64" fmla="*/ 7144 h 6867525"/>
              <a:gd name="connsiteX65" fmla="*/ 4577144 w 12201525"/>
              <a:gd name="connsiteY65" fmla="*/ 1094423 h 6867525"/>
              <a:gd name="connsiteX66" fmla="*/ 9335 w 12201525"/>
              <a:gd name="connsiteY66" fmla="*/ 23051 h 6867525"/>
              <a:gd name="connsiteX67" fmla="*/ 7144 w 12201525"/>
              <a:gd name="connsiteY67" fmla="*/ 32385 h 6867525"/>
              <a:gd name="connsiteX68" fmla="*/ 4574953 w 12201525"/>
              <a:gd name="connsiteY68" fmla="*/ 1103757 h 6867525"/>
              <a:gd name="connsiteX69" fmla="*/ 4577144 w 12201525"/>
              <a:gd name="connsiteY69" fmla="*/ 1094423 h 6867525"/>
              <a:gd name="connsiteX70" fmla="*/ 4577144 w 12201525"/>
              <a:gd name="connsiteY70" fmla="*/ 1732788 h 6867525"/>
              <a:gd name="connsiteX71" fmla="*/ 9335 w 12201525"/>
              <a:gd name="connsiteY71" fmla="*/ 661511 h 6867525"/>
              <a:gd name="connsiteX72" fmla="*/ 7144 w 12201525"/>
              <a:gd name="connsiteY72" fmla="*/ 670751 h 6867525"/>
              <a:gd name="connsiteX73" fmla="*/ 4574953 w 12201525"/>
              <a:gd name="connsiteY73" fmla="*/ 1742123 h 6867525"/>
              <a:gd name="connsiteX74" fmla="*/ 4577144 w 12201525"/>
              <a:gd name="connsiteY74" fmla="*/ 1732788 h 6867525"/>
              <a:gd name="connsiteX75" fmla="*/ 4577144 w 12201525"/>
              <a:gd name="connsiteY75" fmla="*/ 2371154 h 6867525"/>
              <a:gd name="connsiteX76" fmla="*/ 9335 w 12201525"/>
              <a:gd name="connsiteY76" fmla="*/ 1299877 h 6867525"/>
              <a:gd name="connsiteX77" fmla="*/ 7144 w 12201525"/>
              <a:gd name="connsiteY77" fmla="*/ 1309116 h 6867525"/>
              <a:gd name="connsiteX78" fmla="*/ 4574953 w 12201525"/>
              <a:gd name="connsiteY78" fmla="*/ 2380488 h 6867525"/>
              <a:gd name="connsiteX79" fmla="*/ 4577144 w 12201525"/>
              <a:gd name="connsiteY79" fmla="*/ 2371154 h 6867525"/>
              <a:gd name="connsiteX80" fmla="*/ 4577144 w 12201525"/>
              <a:gd name="connsiteY80" fmla="*/ 3009614 h 6867525"/>
              <a:gd name="connsiteX81" fmla="*/ 9335 w 12201525"/>
              <a:gd name="connsiteY81" fmla="*/ 1938242 h 6867525"/>
              <a:gd name="connsiteX82" fmla="*/ 7144 w 12201525"/>
              <a:gd name="connsiteY82" fmla="*/ 1947482 h 6867525"/>
              <a:gd name="connsiteX83" fmla="*/ 4574953 w 12201525"/>
              <a:gd name="connsiteY83" fmla="*/ 3018854 h 6867525"/>
              <a:gd name="connsiteX84" fmla="*/ 4577144 w 12201525"/>
              <a:gd name="connsiteY84" fmla="*/ 3009614 h 6867525"/>
              <a:gd name="connsiteX85" fmla="*/ 4577144 w 12201525"/>
              <a:gd name="connsiteY85" fmla="*/ 3647980 h 6867525"/>
              <a:gd name="connsiteX86" fmla="*/ 9335 w 12201525"/>
              <a:gd name="connsiteY86" fmla="*/ 2576608 h 6867525"/>
              <a:gd name="connsiteX87" fmla="*/ 7144 w 12201525"/>
              <a:gd name="connsiteY87" fmla="*/ 2585942 h 6867525"/>
              <a:gd name="connsiteX88" fmla="*/ 4574953 w 12201525"/>
              <a:gd name="connsiteY88" fmla="*/ 3657314 h 6867525"/>
              <a:gd name="connsiteX89" fmla="*/ 4577144 w 12201525"/>
              <a:gd name="connsiteY89" fmla="*/ 3647980 h 6867525"/>
              <a:gd name="connsiteX90" fmla="*/ 4577144 w 12201525"/>
              <a:gd name="connsiteY90" fmla="*/ 4286346 h 6867525"/>
              <a:gd name="connsiteX91" fmla="*/ 9335 w 12201525"/>
              <a:gd name="connsiteY91" fmla="*/ 3215069 h 6867525"/>
              <a:gd name="connsiteX92" fmla="*/ 7144 w 12201525"/>
              <a:gd name="connsiteY92" fmla="*/ 3224308 h 6867525"/>
              <a:gd name="connsiteX93" fmla="*/ 4574953 w 12201525"/>
              <a:gd name="connsiteY93" fmla="*/ 4295680 h 6867525"/>
              <a:gd name="connsiteX94" fmla="*/ 4577144 w 12201525"/>
              <a:gd name="connsiteY94" fmla="*/ 4286346 h 6867525"/>
              <a:gd name="connsiteX95" fmla="*/ 4577144 w 12201525"/>
              <a:gd name="connsiteY95" fmla="*/ 4924806 h 6867525"/>
              <a:gd name="connsiteX96" fmla="*/ 9335 w 12201525"/>
              <a:gd name="connsiteY96" fmla="*/ 3853434 h 6867525"/>
              <a:gd name="connsiteX97" fmla="*/ 7144 w 12201525"/>
              <a:gd name="connsiteY97" fmla="*/ 3862673 h 6867525"/>
              <a:gd name="connsiteX98" fmla="*/ 4574953 w 12201525"/>
              <a:gd name="connsiteY98" fmla="*/ 4934046 h 6867525"/>
              <a:gd name="connsiteX99" fmla="*/ 4577144 w 12201525"/>
              <a:gd name="connsiteY99" fmla="*/ 4924806 h 6867525"/>
              <a:gd name="connsiteX100" fmla="*/ 4577144 w 12201525"/>
              <a:gd name="connsiteY100" fmla="*/ 5563172 h 6867525"/>
              <a:gd name="connsiteX101" fmla="*/ 9335 w 12201525"/>
              <a:gd name="connsiteY101" fmla="*/ 4491800 h 6867525"/>
              <a:gd name="connsiteX102" fmla="*/ 7144 w 12201525"/>
              <a:gd name="connsiteY102" fmla="*/ 4501134 h 6867525"/>
              <a:gd name="connsiteX103" fmla="*/ 4574953 w 12201525"/>
              <a:gd name="connsiteY103" fmla="*/ 5572506 h 6867525"/>
              <a:gd name="connsiteX104" fmla="*/ 4577144 w 12201525"/>
              <a:gd name="connsiteY104" fmla="*/ 5563172 h 6867525"/>
              <a:gd name="connsiteX105" fmla="*/ 4577144 w 12201525"/>
              <a:gd name="connsiteY105" fmla="*/ 6201537 h 6867525"/>
              <a:gd name="connsiteX106" fmla="*/ 9335 w 12201525"/>
              <a:gd name="connsiteY106" fmla="*/ 5130260 h 6867525"/>
              <a:gd name="connsiteX107" fmla="*/ 7144 w 12201525"/>
              <a:gd name="connsiteY107" fmla="*/ 5139500 h 6867525"/>
              <a:gd name="connsiteX108" fmla="*/ 4574953 w 12201525"/>
              <a:gd name="connsiteY108" fmla="*/ 6210776 h 6867525"/>
              <a:gd name="connsiteX109" fmla="*/ 4577144 w 12201525"/>
              <a:gd name="connsiteY109" fmla="*/ 6201537 h 6867525"/>
              <a:gd name="connsiteX110" fmla="*/ 4577144 w 12201525"/>
              <a:gd name="connsiteY110" fmla="*/ 6839903 h 6867525"/>
              <a:gd name="connsiteX111" fmla="*/ 9335 w 12201525"/>
              <a:gd name="connsiteY111" fmla="*/ 5768626 h 6867525"/>
              <a:gd name="connsiteX112" fmla="*/ 7144 w 12201525"/>
              <a:gd name="connsiteY112" fmla="*/ 5777865 h 6867525"/>
              <a:gd name="connsiteX113" fmla="*/ 4574953 w 12201525"/>
              <a:gd name="connsiteY113" fmla="*/ 6849237 h 6867525"/>
              <a:gd name="connsiteX114" fmla="*/ 4577144 w 12201525"/>
              <a:gd name="connsiteY114" fmla="*/ 6839903 h 6867525"/>
              <a:gd name="connsiteX115" fmla="*/ 9239 w 12201525"/>
              <a:gd name="connsiteY115" fmla="*/ 6406992 h 6867525"/>
              <a:gd name="connsiteX116" fmla="*/ 8192 w 12201525"/>
              <a:gd name="connsiteY116" fmla="*/ 6411659 h 6867525"/>
              <a:gd name="connsiteX117" fmla="*/ 7144 w 12201525"/>
              <a:gd name="connsiteY117" fmla="*/ 6416326 h 6867525"/>
              <a:gd name="connsiteX118" fmla="*/ 8192 w 12201525"/>
              <a:gd name="connsiteY118" fmla="*/ 6416611 h 6867525"/>
              <a:gd name="connsiteX119" fmla="*/ 1920812 w 12201525"/>
              <a:gd name="connsiteY119" fmla="*/ 6865144 h 6867525"/>
              <a:gd name="connsiteX120" fmla="*/ 1962626 w 12201525"/>
              <a:gd name="connsiteY120" fmla="*/ 6865144 h 6867525"/>
              <a:gd name="connsiteX121" fmla="*/ 9239 w 12201525"/>
              <a:gd name="connsiteY121" fmla="*/ 6406992 h 6867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</a:cxnLst>
            <a:rect l="l" t="t" r="r" b="b"/>
            <a:pathLst>
              <a:path w="12201525" h="6867525">
                <a:moveTo>
                  <a:pt x="10087927" y="7144"/>
                </a:moveTo>
                <a:lnTo>
                  <a:pt x="8134541" y="465296"/>
                </a:lnTo>
                <a:lnTo>
                  <a:pt x="8132350" y="455962"/>
                </a:lnTo>
                <a:lnTo>
                  <a:pt x="10046017" y="7144"/>
                </a:lnTo>
                <a:lnTo>
                  <a:pt x="10087927" y="7144"/>
                </a:lnTo>
                <a:close/>
                <a:moveTo>
                  <a:pt x="8132350" y="1094423"/>
                </a:moveTo>
                <a:lnTo>
                  <a:pt x="8134541" y="1103662"/>
                </a:lnTo>
                <a:lnTo>
                  <a:pt x="12200191" y="150114"/>
                </a:lnTo>
                <a:lnTo>
                  <a:pt x="12200191" y="140303"/>
                </a:lnTo>
                <a:lnTo>
                  <a:pt x="8132350" y="1094423"/>
                </a:lnTo>
                <a:close/>
                <a:moveTo>
                  <a:pt x="8132350" y="1732788"/>
                </a:moveTo>
                <a:lnTo>
                  <a:pt x="8134541" y="1742027"/>
                </a:lnTo>
                <a:lnTo>
                  <a:pt x="12200191" y="788480"/>
                </a:lnTo>
                <a:lnTo>
                  <a:pt x="12200191" y="778764"/>
                </a:lnTo>
                <a:lnTo>
                  <a:pt x="8132350" y="1732788"/>
                </a:lnTo>
                <a:close/>
                <a:moveTo>
                  <a:pt x="8132350" y="2371154"/>
                </a:moveTo>
                <a:lnTo>
                  <a:pt x="8134541" y="2380488"/>
                </a:lnTo>
                <a:lnTo>
                  <a:pt x="12200191" y="1426940"/>
                </a:lnTo>
                <a:lnTo>
                  <a:pt x="12200191" y="1417130"/>
                </a:lnTo>
                <a:lnTo>
                  <a:pt x="8132350" y="2371154"/>
                </a:lnTo>
                <a:close/>
                <a:moveTo>
                  <a:pt x="8132350" y="3009614"/>
                </a:moveTo>
                <a:lnTo>
                  <a:pt x="8134541" y="3018854"/>
                </a:lnTo>
                <a:lnTo>
                  <a:pt x="12200191" y="2065306"/>
                </a:lnTo>
                <a:lnTo>
                  <a:pt x="12200191" y="2055495"/>
                </a:lnTo>
                <a:lnTo>
                  <a:pt x="8132350" y="3009614"/>
                </a:lnTo>
                <a:close/>
                <a:moveTo>
                  <a:pt x="8132350" y="3647980"/>
                </a:moveTo>
                <a:lnTo>
                  <a:pt x="8134541" y="3657219"/>
                </a:lnTo>
                <a:lnTo>
                  <a:pt x="12200191" y="2703671"/>
                </a:lnTo>
                <a:lnTo>
                  <a:pt x="12200191" y="2693861"/>
                </a:lnTo>
                <a:lnTo>
                  <a:pt x="8132350" y="3647980"/>
                </a:lnTo>
                <a:close/>
                <a:moveTo>
                  <a:pt x="8132350" y="4286346"/>
                </a:moveTo>
                <a:lnTo>
                  <a:pt x="8134541" y="4295680"/>
                </a:lnTo>
                <a:lnTo>
                  <a:pt x="12200191" y="3342132"/>
                </a:lnTo>
                <a:lnTo>
                  <a:pt x="12200191" y="3332321"/>
                </a:lnTo>
                <a:lnTo>
                  <a:pt x="8132350" y="4286346"/>
                </a:lnTo>
                <a:close/>
                <a:moveTo>
                  <a:pt x="8132350" y="4924806"/>
                </a:moveTo>
                <a:lnTo>
                  <a:pt x="8134541" y="4934046"/>
                </a:lnTo>
                <a:lnTo>
                  <a:pt x="12200191" y="3980498"/>
                </a:lnTo>
                <a:lnTo>
                  <a:pt x="12200191" y="3970687"/>
                </a:lnTo>
                <a:lnTo>
                  <a:pt x="8132350" y="4924806"/>
                </a:lnTo>
                <a:close/>
                <a:moveTo>
                  <a:pt x="8132350" y="5563172"/>
                </a:moveTo>
                <a:lnTo>
                  <a:pt x="8134541" y="5572411"/>
                </a:lnTo>
                <a:lnTo>
                  <a:pt x="12200191" y="4618863"/>
                </a:lnTo>
                <a:lnTo>
                  <a:pt x="12200191" y="4609053"/>
                </a:lnTo>
                <a:lnTo>
                  <a:pt x="8132350" y="5563172"/>
                </a:lnTo>
                <a:close/>
                <a:moveTo>
                  <a:pt x="8132350" y="6201537"/>
                </a:moveTo>
                <a:lnTo>
                  <a:pt x="8134541" y="6210776"/>
                </a:lnTo>
                <a:lnTo>
                  <a:pt x="12200191" y="5257229"/>
                </a:lnTo>
                <a:lnTo>
                  <a:pt x="12200191" y="5247513"/>
                </a:lnTo>
                <a:lnTo>
                  <a:pt x="8132350" y="6201537"/>
                </a:lnTo>
                <a:close/>
                <a:moveTo>
                  <a:pt x="8132350" y="6839903"/>
                </a:moveTo>
                <a:lnTo>
                  <a:pt x="8134541" y="6849237"/>
                </a:lnTo>
                <a:lnTo>
                  <a:pt x="12200191" y="5895689"/>
                </a:lnTo>
                <a:lnTo>
                  <a:pt x="12200191" y="5885879"/>
                </a:lnTo>
                <a:lnTo>
                  <a:pt x="8132350" y="6839903"/>
                </a:lnTo>
                <a:close/>
                <a:moveTo>
                  <a:pt x="10746867" y="6865144"/>
                </a:moveTo>
                <a:lnTo>
                  <a:pt x="10788682" y="6865144"/>
                </a:lnTo>
                <a:lnTo>
                  <a:pt x="12200191" y="6534055"/>
                </a:lnTo>
                <a:lnTo>
                  <a:pt x="12200191" y="6524244"/>
                </a:lnTo>
                <a:lnTo>
                  <a:pt x="10746867" y="6865144"/>
                </a:lnTo>
                <a:close/>
                <a:moveTo>
                  <a:pt x="2663381" y="7144"/>
                </a:moveTo>
                <a:lnTo>
                  <a:pt x="2621661" y="7144"/>
                </a:lnTo>
                <a:lnTo>
                  <a:pt x="4574953" y="465296"/>
                </a:lnTo>
                <a:lnTo>
                  <a:pt x="4577144" y="455962"/>
                </a:lnTo>
                <a:lnTo>
                  <a:pt x="2663381" y="7144"/>
                </a:lnTo>
                <a:close/>
                <a:moveTo>
                  <a:pt x="4577144" y="1094423"/>
                </a:moveTo>
                <a:lnTo>
                  <a:pt x="9335" y="23051"/>
                </a:lnTo>
                <a:lnTo>
                  <a:pt x="7144" y="32385"/>
                </a:lnTo>
                <a:lnTo>
                  <a:pt x="4574953" y="1103757"/>
                </a:lnTo>
                <a:lnTo>
                  <a:pt x="4577144" y="1094423"/>
                </a:lnTo>
                <a:close/>
                <a:moveTo>
                  <a:pt x="4577144" y="1732788"/>
                </a:moveTo>
                <a:lnTo>
                  <a:pt x="9335" y="661511"/>
                </a:lnTo>
                <a:lnTo>
                  <a:pt x="7144" y="670751"/>
                </a:lnTo>
                <a:lnTo>
                  <a:pt x="4574953" y="1742123"/>
                </a:lnTo>
                <a:lnTo>
                  <a:pt x="4577144" y="1732788"/>
                </a:lnTo>
                <a:close/>
                <a:moveTo>
                  <a:pt x="4577144" y="2371154"/>
                </a:moveTo>
                <a:lnTo>
                  <a:pt x="9335" y="1299877"/>
                </a:lnTo>
                <a:lnTo>
                  <a:pt x="7144" y="1309116"/>
                </a:lnTo>
                <a:lnTo>
                  <a:pt x="4574953" y="2380488"/>
                </a:lnTo>
                <a:lnTo>
                  <a:pt x="4577144" y="2371154"/>
                </a:lnTo>
                <a:close/>
                <a:moveTo>
                  <a:pt x="4577144" y="3009614"/>
                </a:moveTo>
                <a:lnTo>
                  <a:pt x="9335" y="1938242"/>
                </a:lnTo>
                <a:lnTo>
                  <a:pt x="7144" y="1947482"/>
                </a:lnTo>
                <a:lnTo>
                  <a:pt x="4574953" y="3018854"/>
                </a:lnTo>
                <a:lnTo>
                  <a:pt x="4577144" y="3009614"/>
                </a:lnTo>
                <a:close/>
                <a:moveTo>
                  <a:pt x="4577144" y="3647980"/>
                </a:moveTo>
                <a:lnTo>
                  <a:pt x="9335" y="2576608"/>
                </a:lnTo>
                <a:lnTo>
                  <a:pt x="7144" y="2585942"/>
                </a:lnTo>
                <a:lnTo>
                  <a:pt x="4574953" y="3657314"/>
                </a:lnTo>
                <a:lnTo>
                  <a:pt x="4577144" y="3647980"/>
                </a:lnTo>
                <a:close/>
                <a:moveTo>
                  <a:pt x="4577144" y="4286346"/>
                </a:moveTo>
                <a:lnTo>
                  <a:pt x="9335" y="3215069"/>
                </a:lnTo>
                <a:lnTo>
                  <a:pt x="7144" y="3224308"/>
                </a:lnTo>
                <a:lnTo>
                  <a:pt x="4574953" y="4295680"/>
                </a:lnTo>
                <a:lnTo>
                  <a:pt x="4577144" y="4286346"/>
                </a:lnTo>
                <a:close/>
                <a:moveTo>
                  <a:pt x="4577144" y="4924806"/>
                </a:moveTo>
                <a:lnTo>
                  <a:pt x="9335" y="3853434"/>
                </a:lnTo>
                <a:lnTo>
                  <a:pt x="7144" y="3862673"/>
                </a:lnTo>
                <a:lnTo>
                  <a:pt x="4574953" y="4934046"/>
                </a:lnTo>
                <a:lnTo>
                  <a:pt x="4577144" y="4924806"/>
                </a:lnTo>
                <a:close/>
                <a:moveTo>
                  <a:pt x="4577144" y="5563172"/>
                </a:moveTo>
                <a:lnTo>
                  <a:pt x="9335" y="4491800"/>
                </a:lnTo>
                <a:lnTo>
                  <a:pt x="7144" y="4501134"/>
                </a:lnTo>
                <a:lnTo>
                  <a:pt x="4574953" y="5572506"/>
                </a:lnTo>
                <a:lnTo>
                  <a:pt x="4577144" y="5563172"/>
                </a:lnTo>
                <a:close/>
                <a:moveTo>
                  <a:pt x="4577144" y="6201537"/>
                </a:moveTo>
                <a:lnTo>
                  <a:pt x="9335" y="5130260"/>
                </a:lnTo>
                <a:lnTo>
                  <a:pt x="7144" y="5139500"/>
                </a:lnTo>
                <a:lnTo>
                  <a:pt x="4574953" y="6210776"/>
                </a:lnTo>
                <a:lnTo>
                  <a:pt x="4577144" y="6201537"/>
                </a:lnTo>
                <a:close/>
                <a:moveTo>
                  <a:pt x="4577144" y="6839903"/>
                </a:moveTo>
                <a:lnTo>
                  <a:pt x="9335" y="5768626"/>
                </a:lnTo>
                <a:lnTo>
                  <a:pt x="7144" y="5777865"/>
                </a:lnTo>
                <a:lnTo>
                  <a:pt x="4574953" y="6849237"/>
                </a:lnTo>
                <a:lnTo>
                  <a:pt x="4577144" y="6839903"/>
                </a:lnTo>
                <a:close/>
                <a:moveTo>
                  <a:pt x="9239" y="6406992"/>
                </a:moveTo>
                <a:lnTo>
                  <a:pt x="8192" y="6411659"/>
                </a:lnTo>
                <a:lnTo>
                  <a:pt x="7144" y="6416326"/>
                </a:lnTo>
                <a:lnTo>
                  <a:pt x="8192" y="6416611"/>
                </a:lnTo>
                <a:lnTo>
                  <a:pt x="1920812" y="6865144"/>
                </a:lnTo>
                <a:lnTo>
                  <a:pt x="1962626" y="6865144"/>
                </a:lnTo>
                <a:lnTo>
                  <a:pt x="9239" y="6406992"/>
                </a:lnTo>
                <a:close/>
              </a:path>
            </a:pathLst>
          </a:custGeom>
          <a:solidFill>
            <a:srgbClr val="EFEFE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7A1D1A0-3DC3-4F34-B721-352D5817FF15}"/>
              </a:ext>
            </a:extLst>
          </p:cNvPr>
          <p:cNvSpPr/>
          <p:nvPr/>
        </p:nvSpPr>
        <p:spPr>
          <a:xfrm>
            <a:off x="2914079" y="-7144"/>
            <a:ext cx="6362700" cy="6867525"/>
          </a:xfrm>
          <a:custGeom>
            <a:avLst/>
            <a:gdLst>
              <a:gd name="connsiteX0" fmla="*/ 7144 w 6362700"/>
              <a:gd name="connsiteY0" fmla="*/ 7144 h 6867525"/>
              <a:gd name="connsiteX1" fmla="*/ 6358890 w 6362700"/>
              <a:gd name="connsiteY1" fmla="*/ 7144 h 6867525"/>
              <a:gd name="connsiteX2" fmla="*/ 6358890 w 6362700"/>
              <a:gd name="connsiteY2" fmla="*/ 6865144 h 6867525"/>
              <a:gd name="connsiteX3" fmla="*/ 7143 w 6362700"/>
              <a:gd name="connsiteY3" fmla="*/ 6865144 h 6867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62700" h="6867525">
                <a:moveTo>
                  <a:pt x="7144" y="7144"/>
                </a:moveTo>
                <a:lnTo>
                  <a:pt x="6358890" y="7144"/>
                </a:lnTo>
                <a:lnTo>
                  <a:pt x="6358890" y="6865144"/>
                </a:lnTo>
                <a:lnTo>
                  <a:pt x="7143" y="6865144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4E6867A9-4783-46CB-889C-607E0C952DB7}"/>
              </a:ext>
            </a:extLst>
          </p:cNvPr>
          <p:cNvSpPr/>
          <p:nvPr/>
        </p:nvSpPr>
        <p:spPr>
          <a:xfrm>
            <a:off x="3820192" y="5498878"/>
            <a:ext cx="4552950" cy="1362075"/>
          </a:xfrm>
          <a:custGeom>
            <a:avLst/>
            <a:gdLst>
              <a:gd name="connsiteX0" fmla="*/ 7144 w 4552950"/>
              <a:gd name="connsiteY0" fmla="*/ 1359122 h 1362075"/>
              <a:gd name="connsiteX1" fmla="*/ 7144 w 4552950"/>
              <a:gd name="connsiteY1" fmla="*/ 1359122 h 1362075"/>
              <a:gd name="connsiteX2" fmla="*/ 1359122 w 4552950"/>
              <a:gd name="connsiteY2" fmla="*/ 7144 h 1362075"/>
              <a:gd name="connsiteX3" fmla="*/ 3194685 w 4552950"/>
              <a:gd name="connsiteY3" fmla="*/ 7144 h 1362075"/>
              <a:gd name="connsiteX4" fmla="*/ 4546663 w 4552950"/>
              <a:gd name="connsiteY4" fmla="*/ 1359122 h 1362075"/>
              <a:gd name="connsiteX5" fmla="*/ 4546663 w 4552950"/>
              <a:gd name="connsiteY5" fmla="*/ 1359122 h 1362075"/>
              <a:gd name="connsiteX6" fmla="*/ 7144 w 4552950"/>
              <a:gd name="connsiteY6" fmla="*/ 1359122 h 1362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52950" h="1362075">
                <a:moveTo>
                  <a:pt x="7144" y="1359122"/>
                </a:moveTo>
                <a:lnTo>
                  <a:pt x="7144" y="1359122"/>
                </a:lnTo>
                <a:cubicBezTo>
                  <a:pt x="7144" y="612457"/>
                  <a:pt x="612457" y="7144"/>
                  <a:pt x="1359122" y="7144"/>
                </a:cubicBezTo>
                <a:lnTo>
                  <a:pt x="3194685" y="7144"/>
                </a:lnTo>
                <a:cubicBezTo>
                  <a:pt x="3941350" y="7144"/>
                  <a:pt x="4546663" y="612457"/>
                  <a:pt x="4546663" y="1359122"/>
                </a:cubicBezTo>
                <a:lnTo>
                  <a:pt x="4546663" y="1359122"/>
                </a:lnTo>
                <a:lnTo>
                  <a:pt x="7144" y="1359122"/>
                </a:lnTo>
                <a:close/>
              </a:path>
            </a:pathLst>
          </a:custGeom>
          <a:solidFill>
            <a:srgbClr val="0A193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F5CD2FE6-76B4-43EB-A996-22126A3876DE}"/>
              </a:ext>
            </a:extLst>
          </p:cNvPr>
          <p:cNvSpPr/>
          <p:nvPr/>
        </p:nvSpPr>
        <p:spPr>
          <a:xfrm>
            <a:off x="3820192" y="-7144"/>
            <a:ext cx="4552950" cy="1362075"/>
          </a:xfrm>
          <a:custGeom>
            <a:avLst/>
            <a:gdLst>
              <a:gd name="connsiteX0" fmla="*/ 4546663 w 4552950"/>
              <a:gd name="connsiteY0" fmla="*/ 7144 h 1362075"/>
              <a:gd name="connsiteX1" fmla="*/ 4546663 w 4552950"/>
              <a:gd name="connsiteY1" fmla="*/ 7144 h 1362075"/>
              <a:gd name="connsiteX2" fmla="*/ 3194685 w 4552950"/>
              <a:gd name="connsiteY2" fmla="*/ 1359122 h 1362075"/>
              <a:gd name="connsiteX3" fmla="*/ 1359122 w 4552950"/>
              <a:gd name="connsiteY3" fmla="*/ 1359122 h 1362075"/>
              <a:gd name="connsiteX4" fmla="*/ 7144 w 4552950"/>
              <a:gd name="connsiteY4" fmla="*/ 7144 h 1362075"/>
              <a:gd name="connsiteX5" fmla="*/ 7144 w 4552950"/>
              <a:gd name="connsiteY5" fmla="*/ 7144 h 1362075"/>
              <a:gd name="connsiteX6" fmla="*/ 4546663 w 4552950"/>
              <a:gd name="connsiteY6" fmla="*/ 7144 h 1362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52950" h="1362075">
                <a:moveTo>
                  <a:pt x="4546663" y="7144"/>
                </a:moveTo>
                <a:lnTo>
                  <a:pt x="4546663" y="7144"/>
                </a:lnTo>
                <a:cubicBezTo>
                  <a:pt x="4546663" y="753809"/>
                  <a:pt x="3941350" y="1359122"/>
                  <a:pt x="3194685" y="1359122"/>
                </a:cubicBezTo>
                <a:lnTo>
                  <a:pt x="1359122" y="1359122"/>
                </a:lnTo>
                <a:cubicBezTo>
                  <a:pt x="612457" y="1359122"/>
                  <a:pt x="7144" y="753809"/>
                  <a:pt x="7144" y="7144"/>
                </a:cubicBezTo>
                <a:lnTo>
                  <a:pt x="7144" y="7144"/>
                </a:lnTo>
                <a:lnTo>
                  <a:pt x="4546663" y="7144"/>
                </a:lnTo>
                <a:close/>
              </a:path>
            </a:pathLst>
          </a:custGeom>
          <a:solidFill>
            <a:srgbClr val="185AD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1558E7-D06E-4C9E-B7A8-04BF819976E0}"/>
              </a:ext>
            </a:extLst>
          </p:cNvPr>
          <p:cNvGrpSpPr/>
          <p:nvPr/>
        </p:nvGrpSpPr>
        <p:grpSpPr>
          <a:xfrm>
            <a:off x="3543490" y="2436876"/>
            <a:ext cx="5105400" cy="1323975"/>
            <a:chOff x="3543490" y="2436876"/>
            <a:chExt cx="5105400" cy="1323975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BB7095D-DF89-40FE-9A5D-2C1BFC877382}"/>
                </a:ext>
              </a:extLst>
            </p:cNvPr>
            <p:cNvSpPr/>
            <p:nvPr/>
          </p:nvSpPr>
          <p:spPr>
            <a:xfrm>
              <a:off x="3543490" y="2436876"/>
              <a:ext cx="5105400" cy="1323975"/>
            </a:xfrm>
            <a:custGeom>
              <a:avLst/>
              <a:gdLst>
                <a:gd name="connsiteX0" fmla="*/ 5004721 w 5105400"/>
                <a:gd name="connsiteY0" fmla="*/ 1317403 h 1323975"/>
                <a:gd name="connsiteX1" fmla="*/ 102394 w 5105400"/>
                <a:gd name="connsiteY1" fmla="*/ 1317403 h 1323975"/>
                <a:gd name="connsiteX2" fmla="*/ 7144 w 5105400"/>
                <a:gd name="connsiteY2" fmla="*/ 1222153 h 1323975"/>
                <a:gd name="connsiteX3" fmla="*/ 7144 w 5105400"/>
                <a:gd name="connsiteY3" fmla="*/ 102394 h 1323975"/>
                <a:gd name="connsiteX4" fmla="*/ 102394 w 5105400"/>
                <a:gd name="connsiteY4" fmla="*/ 7144 h 1323975"/>
                <a:gd name="connsiteX5" fmla="*/ 5004721 w 5105400"/>
                <a:gd name="connsiteY5" fmla="*/ 7144 h 1323975"/>
                <a:gd name="connsiteX6" fmla="*/ 5099971 w 5105400"/>
                <a:gd name="connsiteY6" fmla="*/ 102394 h 1323975"/>
                <a:gd name="connsiteX7" fmla="*/ 5099971 w 5105400"/>
                <a:gd name="connsiteY7" fmla="*/ 1222153 h 1323975"/>
                <a:gd name="connsiteX8" fmla="*/ 5004721 w 5105400"/>
                <a:gd name="connsiteY8" fmla="*/ 1317403 h 1323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105400" h="1323975">
                  <a:moveTo>
                    <a:pt x="5004721" y="1317403"/>
                  </a:moveTo>
                  <a:lnTo>
                    <a:pt x="102394" y="1317403"/>
                  </a:lnTo>
                  <a:cubicBezTo>
                    <a:pt x="49816" y="1317403"/>
                    <a:pt x="7144" y="1274731"/>
                    <a:pt x="7144" y="1222153"/>
                  </a:cubicBezTo>
                  <a:lnTo>
                    <a:pt x="7144" y="102394"/>
                  </a:lnTo>
                  <a:cubicBezTo>
                    <a:pt x="7144" y="49816"/>
                    <a:pt x="49816" y="7144"/>
                    <a:pt x="102394" y="7144"/>
                  </a:cubicBezTo>
                  <a:lnTo>
                    <a:pt x="5004721" y="7144"/>
                  </a:lnTo>
                  <a:cubicBezTo>
                    <a:pt x="5057299" y="7144"/>
                    <a:pt x="5099971" y="49816"/>
                    <a:pt x="5099971" y="102394"/>
                  </a:cubicBezTo>
                  <a:lnTo>
                    <a:pt x="5099971" y="1222153"/>
                  </a:lnTo>
                  <a:cubicBezTo>
                    <a:pt x="5099971" y="1274826"/>
                    <a:pt x="5057394" y="1317403"/>
                    <a:pt x="5004721" y="1317403"/>
                  </a:cubicBezTo>
                  <a:close/>
                </a:path>
              </a:pathLst>
            </a:custGeom>
            <a:solidFill>
              <a:srgbClr val="0A19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93B49959-5514-4078-BEF2-9B0C9EBCEB11}"/>
                </a:ext>
              </a:extLst>
            </p:cNvPr>
            <p:cNvGrpSpPr/>
            <p:nvPr/>
          </p:nvGrpSpPr>
          <p:grpSpPr>
            <a:xfrm>
              <a:off x="7502557" y="2701734"/>
              <a:ext cx="638841" cy="590550"/>
              <a:chOff x="7502557" y="2701734"/>
              <a:chExt cx="638841" cy="590550"/>
            </a:xfrm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55850F6A-0F2F-40B1-8B18-8A297D774B8C}"/>
                  </a:ext>
                </a:extLst>
              </p:cNvPr>
              <p:cNvSpPr/>
              <p:nvPr/>
            </p:nvSpPr>
            <p:spPr>
              <a:xfrm>
                <a:off x="7655623" y="2701734"/>
                <a:ext cx="485775" cy="590550"/>
              </a:xfrm>
              <a:custGeom>
                <a:avLst/>
                <a:gdLst>
                  <a:gd name="connsiteX0" fmla="*/ 7430 w 485775"/>
                  <a:gd name="connsiteY0" fmla="*/ 565531 h 590550"/>
                  <a:gd name="connsiteX1" fmla="*/ 11239 w 485775"/>
                  <a:gd name="connsiteY1" fmla="*/ 566484 h 590550"/>
                  <a:gd name="connsiteX2" fmla="*/ 106204 w 485775"/>
                  <a:gd name="connsiteY2" fmla="*/ 581247 h 590550"/>
                  <a:gd name="connsiteX3" fmla="*/ 215646 w 485775"/>
                  <a:gd name="connsiteY3" fmla="*/ 590582 h 590550"/>
                  <a:gd name="connsiteX4" fmla="*/ 309086 w 485775"/>
                  <a:gd name="connsiteY4" fmla="*/ 589820 h 590550"/>
                  <a:gd name="connsiteX5" fmla="*/ 355473 w 485775"/>
                  <a:gd name="connsiteY5" fmla="*/ 583819 h 590550"/>
                  <a:gd name="connsiteX6" fmla="*/ 392049 w 485775"/>
                  <a:gd name="connsiteY6" fmla="*/ 552958 h 590550"/>
                  <a:gd name="connsiteX7" fmla="*/ 396240 w 485775"/>
                  <a:gd name="connsiteY7" fmla="*/ 528765 h 590550"/>
                  <a:gd name="connsiteX8" fmla="*/ 406622 w 485775"/>
                  <a:gd name="connsiteY8" fmla="*/ 512477 h 590550"/>
                  <a:gd name="connsiteX9" fmla="*/ 435673 w 485775"/>
                  <a:gd name="connsiteY9" fmla="*/ 478854 h 590550"/>
                  <a:gd name="connsiteX10" fmla="*/ 433578 w 485775"/>
                  <a:gd name="connsiteY10" fmla="*/ 438182 h 590550"/>
                  <a:gd name="connsiteX11" fmla="*/ 438817 w 485775"/>
                  <a:gd name="connsiteY11" fmla="*/ 417608 h 590550"/>
                  <a:gd name="connsiteX12" fmla="*/ 441674 w 485775"/>
                  <a:gd name="connsiteY12" fmla="*/ 415322 h 590550"/>
                  <a:gd name="connsiteX13" fmla="*/ 474916 w 485775"/>
                  <a:gd name="connsiteY13" fmla="*/ 346456 h 590550"/>
                  <a:gd name="connsiteX14" fmla="*/ 468154 w 485775"/>
                  <a:gd name="connsiteY14" fmla="*/ 314166 h 590550"/>
                  <a:gd name="connsiteX15" fmla="*/ 468535 w 485775"/>
                  <a:gd name="connsiteY15" fmla="*/ 300546 h 590550"/>
                  <a:gd name="connsiteX16" fmla="*/ 480822 w 485775"/>
                  <a:gd name="connsiteY16" fmla="*/ 269970 h 590550"/>
                  <a:gd name="connsiteX17" fmla="*/ 462915 w 485775"/>
                  <a:gd name="connsiteY17" fmla="*/ 218726 h 590550"/>
                  <a:gd name="connsiteX18" fmla="*/ 417100 w 485775"/>
                  <a:gd name="connsiteY18" fmla="*/ 200628 h 590550"/>
                  <a:gd name="connsiteX19" fmla="*/ 330137 w 485775"/>
                  <a:gd name="connsiteY19" fmla="*/ 200343 h 590550"/>
                  <a:gd name="connsiteX20" fmla="*/ 258413 w 485775"/>
                  <a:gd name="connsiteY20" fmla="*/ 216059 h 590550"/>
                  <a:gd name="connsiteX21" fmla="*/ 247459 w 485775"/>
                  <a:gd name="connsiteY21" fmla="*/ 215583 h 590550"/>
                  <a:gd name="connsiteX22" fmla="*/ 241268 w 485775"/>
                  <a:gd name="connsiteY22" fmla="*/ 194532 h 590550"/>
                  <a:gd name="connsiteX23" fmla="*/ 261175 w 485775"/>
                  <a:gd name="connsiteY23" fmla="*/ 140526 h 590550"/>
                  <a:gd name="connsiteX24" fmla="*/ 261938 w 485775"/>
                  <a:gd name="connsiteY24" fmla="*/ 56991 h 590550"/>
                  <a:gd name="connsiteX25" fmla="*/ 246316 w 485775"/>
                  <a:gd name="connsiteY25" fmla="*/ 17558 h 590550"/>
                  <a:gd name="connsiteX26" fmla="*/ 218027 w 485775"/>
                  <a:gd name="connsiteY26" fmla="*/ 9843 h 590550"/>
                  <a:gd name="connsiteX27" fmla="*/ 206502 w 485775"/>
                  <a:gd name="connsiteY27" fmla="*/ 22987 h 590550"/>
                  <a:gd name="connsiteX28" fmla="*/ 182880 w 485775"/>
                  <a:gd name="connsiteY28" fmla="*/ 66707 h 590550"/>
                  <a:gd name="connsiteX29" fmla="*/ 121444 w 485775"/>
                  <a:gd name="connsiteY29" fmla="*/ 166434 h 590550"/>
                  <a:gd name="connsiteX30" fmla="*/ 51149 w 485775"/>
                  <a:gd name="connsiteY30" fmla="*/ 253301 h 590550"/>
                  <a:gd name="connsiteX31" fmla="*/ 10478 w 485775"/>
                  <a:gd name="connsiteY31" fmla="*/ 281305 h 590550"/>
                  <a:gd name="connsiteX32" fmla="*/ 7334 w 485775"/>
                  <a:gd name="connsiteY32" fmla="*/ 285972 h 590550"/>
                  <a:gd name="connsiteX33" fmla="*/ 7144 w 485775"/>
                  <a:gd name="connsiteY33" fmla="*/ 422275 h 590550"/>
                  <a:gd name="connsiteX34" fmla="*/ 7430 w 485775"/>
                  <a:gd name="connsiteY34" fmla="*/ 494665 h 590550"/>
                  <a:gd name="connsiteX35" fmla="*/ 7430 w 485775"/>
                  <a:gd name="connsiteY35" fmla="*/ 560197 h 590550"/>
                  <a:gd name="connsiteX36" fmla="*/ 7430 w 485775"/>
                  <a:gd name="connsiteY36" fmla="*/ 565531 h 590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485775" h="590550">
                    <a:moveTo>
                      <a:pt x="7430" y="565531"/>
                    </a:moveTo>
                    <a:cubicBezTo>
                      <a:pt x="8858" y="565912"/>
                      <a:pt x="10001" y="566293"/>
                      <a:pt x="11239" y="566484"/>
                    </a:cubicBezTo>
                    <a:cubicBezTo>
                      <a:pt x="42863" y="571437"/>
                      <a:pt x="74486" y="576675"/>
                      <a:pt x="106204" y="581247"/>
                    </a:cubicBezTo>
                    <a:cubicBezTo>
                      <a:pt x="142494" y="586486"/>
                      <a:pt x="179070" y="589915"/>
                      <a:pt x="215646" y="590582"/>
                    </a:cubicBezTo>
                    <a:cubicBezTo>
                      <a:pt x="246793" y="591058"/>
                      <a:pt x="277939" y="590487"/>
                      <a:pt x="309086" y="589820"/>
                    </a:cubicBezTo>
                    <a:cubicBezTo>
                      <a:pt x="324708" y="589439"/>
                      <a:pt x="340233" y="588010"/>
                      <a:pt x="355473" y="583819"/>
                    </a:cubicBezTo>
                    <a:cubicBezTo>
                      <a:pt x="372523" y="579152"/>
                      <a:pt x="386429" y="570675"/>
                      <a:pt x="392049" y="552958"/>
                    </a:cubicBezTo>
                    <a:cubicBezTo>
                      <a:pt x="394525" y="545243"/>
                      <a:pt x="395478" y="536956"/>
                      <a:pt x="396240" y="528765"/>
                    </a:cubicBezTo>
                    <a:cubicBezTo>
                      <a:pt x="396907" y="521240"/>
                      <a:pt x="399669" y="516001"/>
                      <a:pt x="406622" y="512477"/>
                    </a:cubicBezTo>
                    <a:cubicBezTo>
                      <a:pt x="420814" y="505333"/>
                      <a:pt x="430721" y="494093"/>
                      <a:pt x="435673" y="478854"/>
                    </a:cubicBezTo>
                    <a:cubicBezTo>
                      <a:pt x="440150" y="465138"/>
                      <a:pt x="439388" y="451517"/>
                      <a:pt x="433578" y="438182"/>
                    </a:cubicBezTo>
                    <a:cubicBezTo>
                      <a:pt x="429768" y="429419"/>
                      <a:pt x="431197" y="423704"/>
                      <a:pt x="438817" y="417608"/>
                    </a:cubicBezTo>
                    <a:cubicBezTo>
                      <a:pt x="439769" y="416846"/>
                      <a:pt x="440722" y="416084"/>
                      <a:pt x="441674" y="415322"/>
                    </a:cubicBezTo>
                    <a:cubicBezTo>
                      <a:pt x="463296" y="397510"/>
                      <a:pt x="475012" y="374841"/>
                      <a:pt x="474916" y="346456"/>
                    </a:cubicBezTo>
                    <a:cubicBezTo>
                      <a:pt x="474916" y="335217"/>
                      <a:pt x="472250" y="324549"/>
                      <a:pt x="468154" y="314166"/>
                    </a:cubicBezTo>
                    <a:cubicBezTo>
                      <a:pt x="466344" y="309499"/>
                      <a:pt x="466058" y="304927"/>
                      <a:pt x="468535" y="300546"/>
                    </a:cubicBezTo>
                    <a:cubicBezTo>
                      <a:pt x="473869" y="290830"/>
                      <a:pt x="478346" y="280829"/>
                      <a:pt x="480822" y="269970"/>
                    </a:cubicBezTo>
                    <a:cubicBezTo>
                      <a:pt x="485490" y="249110"/>
                      <a:pt x="479965" y="231870"/>
                      <a:pt x="462915" y="218726"/>
                    </a:cubicBezTo>
                    <a:cubicBezTo>
                      <a:pt x="449389" y="208343"/>
                      <a:pt x="433578" y="203581"/>
                      <a:pt x="417100" y="200628"/>
                    </a:cubicBezTo>
                    <a:cubicBezTo>
                      <a:pt x="388144" y="195390"/>
                      <a:pt x="359093" y="196437"/>
                      <a:pt x="330137" y="200343"/>
                    </a:cubicBezTo>
                    <a:cubicBezTo>
                      <a:pt x="305753" y="203581"/>
                      <a:pt x="282035" y="209296"/>
                      <a:pt x="258413" y="216059"/>
                    </a:cubicBezTo>
                    <a:cubicBezTo>
                      <a:pt x="255080" y="217011"/>
                      <a:pt x="250793" y="216726"/>
                      <a:pt x="247459" y="215583"/>
                    </a:cubicBezTo>
                    <a:cubicBezTo>
                      <a:pt x="239363" y="212630"/>
                      <a:pt x="236697" y="203105"/>
                      <a:pt x="241268" y="194532"/>
                    </a:cubicBezTo>
                    <a:cubicBezTo>
                      <a:pt x="250413" y="177387"/>
                      <a:pt x="256984" y="159385"/>
                      <a:pt x="261175" y="140526"/>
                    </a:cubicBezTo>
                    <a:cubicBezTo>
                      <a:pt x="267462" y="112808"/>
                      <a:pt x="267367" y="84900"/>
                      <a:pt x="261938" y="56991"/>
                    </a:cubicBezTo>
                    <a:cubicBezTo>
                      <a:pt x="259175" y="42894"/>
                      <a:pt x="255080" y="29274"/>
                      <a:pt x="246316" y="17558"/>
                    </a:cubicBezTo>
                    <a:cubicBezTo>
                      <a:pt x="238601" y="7271"/>
                      <a:pt x="228315" y="4413"/>
                      <a:pt x="218027" y="9843"/>
                    </a:cubicBezTo>
                    <a:cubicBezTo>
                      <a:pt x="212598" y="12795"/>
                      <a:pt x="209359" y="17653"/>
                      <a:pt x="206502" y="22987"/>
                    </a:cubicBezTo>
                    <a:cubicBezTo>
                      <a:pt x="198787" y="37656"/>
                      <a:pt x="190976" y="52229"/>
                      <a:pt x="182880" y="66707"/>
                    </a:cubicBezTo>
                    <a:cubicBezTo>
                      <a:pt x="163735" y="100711"/>
                      <a:pt x="143542" y="134239"/>
                      <a:pt x="121444" y="166434"/>
                    </a:cubicBezTo>
                    <a:cubicBezTo>
                      <a:pt x="100299" y="197294"/>
                      <a:pt x="78200" y="227298"/>
                      <a:pt x="51149" y="253301"/>
                    </a:cubicBezTo>
                    <a:cubicBezTo>
                      <a:pt x="39148" y="264827"/>
                      <a:pt x="26289" y="275209"/>
                      <a:pt x="10478" y="281305"/>
                    </a:cubicBezTo>
                    <a:cubicBezTo>
                      <a:pt x="7906" y="282258"/>
                      <a:pt x="7334" y="283591"/>
                      <a:pt x="7334" y="285972"/>
                    </a:cubicBezTo>
                    <a:cubicBezTo>
                      <a:pt x="7334" y="331407"/>
                      <a:pt x="7144" y="376841"/>
                      <a:pt x="7144" y="422275"/>
                    </a:cubicBezTo>
                    <a:cubicBezTo>
                      <a:pt x="7144" y="446373"/>
                      <a:pt x="7334" y="470472"/>
                      <a:pt x="7430" y="494665"/>
                    </a:cubicBezTo>
                    <a:cubicBezTo>
                      <a:pt x="7430" y="516477"/>
                      <a:pt x="7430" y="538385"/>
                      <a:pt x="7430" y="560197"/>
                    </a:cubicBezTo>
                    <a:cubicBezTo>
                      <a:pt x="7430" y="561912"/>
                      <a:pt x="7430" y="563626"/>
                      <a:pt x="7430" y="56553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6FF952C9-0F21-4784-8C8B-0B763F559AA8}"/>
                  </a:ext>
                </a:extLst>
              </p:cNvPr>
              <p:cNvSpPr/>
              <p:nvPr/>
            </p:nvSpPr>
            <p:spPr>
              <a:xfrm>
                <a:off x="7502557" y="2956941"/>
                <a:ext cx="133350" cy="333375"/>
              </a:xfrm>
              <a:custGeom>
                <a:avLst/>
                <a:gdLst>
                  <a:gd name="connsiteX0" fmla="*/ 7144 w 133350"/>
                  <a:gd name="connsiteY0" fmla="*/ 328231 h 333375"/>
                  <a:gd name="connsiteX1" fmla="*/ 131064 w 133350"/>
                  <a:gd name="connsiteY1" fmla="*/ 328231 h 333375"/>
                  <a:gd name="connsiteX2" fmla="*/ 131064 w 133350"/>
                  <a:gd name="connsiteY2" fmla="*/ 7144 h 333375"/>
                  <a:gd name="connsiteX3" fmla="*/ 7144 w 133350"/>
                  <a:gd name="connsiteY3" fmla="*/ 7144 h 333375"/>
                  <a:gd name="connsiteX4" fmla="*/ 7144 w 133350"/>
                  <a:gd name="connsiteY4" fmla="*/ 328231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50" h="333375">
                    <a:moveTo>
                      <a:pt x="7144" y="328231"/>
                    </a:moveTo>
                    <a:cubicBezTo>
                      <a:pt x="48578" y="328231"/>
                      <a:pt x="89821" y="328231"/>
                      <a:pt x="131064" y="328231"/>
                    </a:cubicBezTo>
                    <a:cubicBezTo>
                      <a:pt x="131064" y="221075"/>
                      <a:pt x="131064" y="114205"/>
                      <a:pt x="131064" y="7144"/>
                    </a:cubicBezTo>
                    <a:cubicBezTo>
                      <a:pt x="89631" y="7144"/>
                      <a:pt x="48483" y="7144"/>
                      <a:pt x="7144" y="7144"/>
                    </a:cubicBezTo>
                    <a:cubicBezTo>
                      <a:pt x="7144" y="114395"/>
                      <a:pt x="7144" y="221171"/>
                      <a:pt x="7144" y="32823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A01D1509-578B-4351-9798-457B5A115C6E}"/>
                </a:ext>
              </a:extLst>
            </p:cNvPr>
            <p:cNvGrpSpPr/>
            <p:nvPr/>
          </p:nvGrpSpPr>
          <p:grpSpPr>
            <a:xfrm>
              <a:off x="4102354" y="2701734"/>
              <a:ext cx="637762" cy="590550"/>
              <a:chOff x="4102354" y="2701734"/>
              <a:chExt cx="637762" cy="590550"/>
            </a:xfrm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B4B4D09B-5BD7-46A6-B037-F20B9E3463C1}"/>
                  </a:ext>
                </a:extLst>
              </p:cNvPr>
              <p:cNvSpPr/>
              <p:nvPr/>
            </p:nvSpPr>
            <p:spPr>
              <a:xfrm>
                <a:off x="4102354" y="2701734"/>
                <a:ext cx="485775" cy="590550"/>
              </a:xfrm>
              <a:custGeom>
                <a:avLst/>
                <a:gdLst>
                  <a:gd name="connsiteX0" fmla="*/ 482124 w 485775"/>
                  <a:gd name="connsiteY0" fmla="*/ 565531 h 590550"/>
                  <a:gd name="connsiteX1" fmla="*/ 478314 w 485775"/>
                  <a:gd name="connsiteY1" fmla="*/ 566484 h 590550"/>
                  <a:gd name="connsiteX2" fmla="*/ 383349 w 485775"/>
                  <a:gd name="connsiteY2" fmla="*/ 581247 h 590550"/>
                  <a:gd name="connsiteX3" fmla="*/ 273907 w 485775"/>
                  <a:gd name="connsiteY3" fmla="*/ 590582 h 590550"/>
                  <a:gd name="connsiteX4" fmla="*/ 180467 w 485775"/>
                  <a:gd name="connsiteY4" fmla="*/ 589820 h 590550"/>
                  <a:gd name="connsiteX5" fmla="*/ 134080 w 485775"/>
                  <a:gd name="connsiteY5" fmla="*/ 583819 h 590550"/>
                  <a:gd name="connsiteX6" fmla="*/ 97504 w 485775"/>
                  <a:gd name="connsiteY6" fmla="*/ 552958 h 590550"/>
                  <a:gd name="connsiteX7" fmla="*/ 93313 w 485775"/>
                  <a:gd name="connsiteY7" fmla="*/ 528765 h 590550"/>
                  <a:gd name="connsiteX8" fmla="*/ 82931 w 485775"/>
                  <a:gd name="connsiteY8" fmla="*/ 512477 h 590550"/>
                  <a:gd name="connsiteX9" fmla="*/ 53880 w 485775"/>
                  <a:gd name="connsiteY9" fmla="*/ 478854 h 590550"/>
                  <a:gd name="connsiteX10" fmla="*/ 55975 w 485775"/>
                  <a:gd name="connsiteY10" fmla="*/ 438182 h 590550"/>
                  <a:gd name="connsiteX11" fmla="*/ 50736 w 485775"/>
                  <a:gd name="connsiteY11" fmla="*/ 417608 h 590550"/>
                  <a:gd name="connsiteX12" fmla="*/ 47879 w 485775"/>
                  <a:gd name="connsiteY12" fmla="*/ 415322 h 590550"/>
                  <a:gd name="connsiteX13" fmla="*/ 14637 w 485775"/>
                  <a:gd name="connsiteY13" fmla="*/ 346456 h 590550"/>
                  <a:gd name="connsiteX14" fmla="*/ 21399 w 485775"/>
                  <a:gd name="connsiteY14" fmla="*/ 314166 h 590550"/>
                  <a:gd name="connsiteX15" fmla="*/ 21018 w 485775"/>
                  <a:gd name="connsiteY15" fmla="*/ 300546 h 590550"/>
                  <a:gd name="connsiteX16" fmla="*/ 8731 w 485775"/>
                  <a:gd name="connsiteY16" fmla="*/ 269970 h 590550"/>
                  <a:gd name="connsiteX17" fmla="*/ 26638 w 485775"/>
                  <a:gd name="connsiteY17" fmla="*/ 218726 h 590550"/>
                  <a:gd name="connsiteX18" fmla="*/ 72453 w 485775"/>
                  <a:gd name="connsiteY18" fmla="*/ 200628 h 590550"/>
                  <a:gd name="connsiteX19" fmla="*/ 159417 w 485775"/>
                  <a:gd name="connsiteY19" fmla="*/ 200343 h 590550"/>
                  <a:gd name="connsiteX20" fmla="*/ 231140 w 485775"/>
                  <a:gd name="connsiteY20" fmla="*/ 216059 h 590550"/>
                  <a:gd name="connsiteX21" fmla="*/ 242094 w 485775"/>
                  <a:gd name="connsiteY21" fmla="*/ 215583 h 590550"/>
                  <a:gd name="connsiteX22" fmla="*/ 248285 w 485775"/>
                  <a:gd name="connsiteY22" fmla="*/ 194532 h 590550"/>
                  <a:gd name="connsiteX23" fmla="*/ 228378 w 485775"/>
                  <a:gd name="connsiteY23" fmla="*/ 140526 h 590550"/>
                  <a:gd name="connsiteX24" fmla="*/ 227616 w 485775"/>
                  <a:gd name="connsiteY24" fmla="*/ 56991 h 590550"/>
                  <a:gd name="connsiteX25" fmla="*/ 243237 w 485775"/>
                  <a:gd name="connsiteY25" fmla="*/ 17558 h 590550"/>
                  <a:gd name="connsiteX26" fmla="*/ 271526 w 485775"/>
                  <a:gd name="connsiteY26" fmla="*/ 9843 h 590550"/>
                  <a:gd name="connsiteX27" fmla="*/ 283051 w 485775"/>
                  <a:gd name="connsiteY27" fmla="*/ 22987 h 590550"/>
                  <a:gd name="connsiteX28" fmla="*/ 306673 w 485775"/>
                  <a:gd name="connsiteY28" fmla="*/ 66707 h 590550"/>
                  <a:gd name="connsiteX29" fmla="*/ 368109 w 485775"/>
                  <a:gd name="connsiteY29" fmla="*/ 166434 h 590550"/>
                  <a:gd name="connsiteX30" fmla="*/ 438404 w 485775"/>
                  <a:gd name="connsiteY30" fmla="*/ 253301 h 590550"/>
                  <a:gd name="connsiteX31" fmla="*/ 479076 w 485775"/>
                  <a:gd name="connsiteY31" fmla="*/ 281305 h 590550"/>
                  <a:gd name="connsiteX32" fmla="*/ 482219 w 485775"/>
                  <a:gd name="connsiteY32" fmla="*/ 285972 h 590550"/>
                  <a:gd name="connsiteX33" fmla="*/ 482409 w 485775"/>
                  <a:gd name="connsiteY33" fmla="*/ 422275 h 590550"/>
                  <a:gd name="connsiteX34" fmla="*/ 482124 w 485775"/>
                  <a:gd name="connsiteY34" fmla="*/ 494665 h 590550"/>
                  <a:gd name="connsiteX35" fmla="*/ 482124 w 485775"/>
                  <a:gd name="connsiteY35" fmla="*/ 560197 h 590550"/>
                  <a:gd name="connsiteX36" fmla="*/ 482124 w 485775"/>
                  <a:gd name="connsiteY36" fmla="*/ 565531 h 590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485775" h="590550">
                    <a:moveTo>
                      <a:pt x="482124" y="565531"/>
                    </a:moveTo>
                    <a:cubicBezTo>
                      <a:pt x="480695" y="565912"/>
                      <a:pt x="479552" y="566293"/>
                      <a:pt x="478314" y="566484"/>
                    </a:cubicBezTo>
                    <a:cubicBezTo>
                      <a:pt x="446691" y="571437"/>
                      <a:pt x="415068" y="576675"/>
                      <a:pt x="383349" y="581247"/>
                    </a:cubicBezTo>
                    <a:cubicBezTo>
                      <a:pt x="347059" y="586486"/>
                      <a:pt x="310483" y="589915"/>
                      <a:pt x="273907" y="590582"/>
                    </a:cubicBezTo>
                    <a:cubicBezTo>
                      <a:pt x="242760" y="591058"/>
                      <a:pt x="211614" y="590487"/>
                      <a:pt x="180467" y="589820"/>
                    </a:cubicBezTo>
                    <a:cubicBezTo>
                      <a:pt x="164846" y="589439"/>
                      <a:pt x="149320" y="588010"/>
                      <a:pt x="134080" y="583819"/>
                    </a:cubicBezTo>
                    <a:cubicBezTo>
                      <a:pt x="117031" y="579152"/>
                      <a:pt x="103124" y="570675"/>
                      <a:pt x="97504" y="552958"/>
                    </a:cubicBezTo>
                    <a:cubicBezTo>
                      <a:pt x="95028" y="545243"/>
                      <a:pt x="94075" y="536956"/>
                      <a:pt x="93313" y="528765"/>
                    </a:cubicBezTo>
                    <a:cubicBezTo>
                      <a:pt x="92647" y="521240"/>
                      <a:pt x="89884" y="516001"/>
                      <a:pt x="82931" y="512477"/>
                    </a:cubicBezTo>
                    <a:cubicBezTo>
                      <a:pt x="68739" y="505333"/>
                      <a:pt x="58833" y="494093"/>
                      <a:pt x="53880" y="478854"/>
                    </a:cubicBezTo>
                    <a:cubicBezTo>
                      <a:pt x="49403" y="465138"/>
                      <a:pt x="50165" y="451517"/>
                      <a:pt x="55975" y="438182"/>
                    </a:cubicBezTo>
                    <a:cubicBezTo>
                      <a:pt x="59785" y="429419"/>
                      <a:pt x="58356" y="423704"/>
                      <a:pt x="50736" y="417608"/>
                    </a:cubicBezTo>
                    <a:cubicBezTo>
                      <a:pt x="49784" y="416846"/>
                      <a:pt x="48831" y="416084"/>
                      <a:pt x="47879" y="415322"/>
                    </a:cubicBezTo>
                    <a:cubicBezTo>
                      <a:pt x="26257" y="397510"/>
                      <a:pt x="14541" y="374841"/>
                      <a:pt x="14637" y="346456"/>
                    </a:cubicBezTo>
                    <a:cubicBezTo>
                      <a:pt x="14637" y="335217"/>
                      <a:pt x="17304" y="324549"/>
                      <a:pt x="21399" y="314166"/>
                    </a:cubicBezTo>
                    <a:cubicBezTo>
                      <a:pt x="23209" y="309499"/>
                      <a:pt x="23495" y="304927"/>
                      <a:pt x="21018" y="300546"/>
                    </a:cubicBezTo>
                    <a:cubicBezTo>
                      <a:pt x="15684" y="290830"/>
                      <a:pt x="11208" y="280829"/>
                      <a:pt x="8731" y="269970"/>
                    </a:cubicBezTo>
                    <a:cubicBezTo>
                      <a:pt x="4064" y="249110"/>
                      <a:pt x="9589" y="231870"/>
                      <a:pt x="26638" y="218726"/>
                    </a:cubicBezTo>
                    <a:cubicBezTo>
                      <a:pt x="40164" y="208343"/>
                      <a:pt x="55975" y="203581"/>
                      <a:pt x="72453" y="200628"/>
                    </a:cubicBezTo>
                    <a:cubicBezTo>
                      <a:pt x="101409" y="195390"/>
                      <a:pt x="130461" y="196437"/>
                      <a:pt x="159417" y="200343"/>
                    </a:cubicBezTo>
                    <a:cubicBezTo>
                      <a:pt x="183801" y="203581"/>
                      <a:pt x="207518" y="209296"/>
                      <a:pt x="231140" y="216059"/>
                    </a:cubicBezTo>
                    <a:cubicBezTo>
                      <a:pt x="234474" y="217011"/>
                      <a:pt x="238760" y="216726"/>
                      <a:pt x="242094" y="215583"/>
                    </a:cubicBezTo>
                    <a:cubicBezTo>
                      <a:pt x="250190" y="212630"/>
                      <a:pt x="252857" y="203105"/>
                      <a:pt x="248285" y="194532"/>
                    </a:cubicBezTo>
                    <a:cubicBezTo>
                      <a:pt x="239141" y="177387"/>
                      <a:pt x="232569" y="159385"/>
                      <a:pt x="228378" y="140526"/>
                    </a:cubicBezTo>
                    <a:cubicBezTo>
                      <a:pt x="222091" y="112808"/>
                      <a:pt x="222186" y="84900"/>
                      <a:pt x="227616" y="56991"/>
                    </a:cubicBezTo>
                    <a:cubicBezTo>
                      <a:pt x="230378" y="42894"/>
                      <a:pt x="234474" y="29274"/>
                      <a:pt x="243237" y="17558"/>
                    </a:cubicBezTo>
                    <a:cubicBezTo>
                      <a:pt x="250952" y="7271"/>
                      <a:pt x="261239" y="4413"/>
                      <a:pt x="271526" y="9843"/>
                    </a:cubicBezTo>
                    <a:cubicBezTo>
                      <a:pt x="276955" y="12795"/>
                      <a:pt x="280194" y="17653"/>
                      <a:pt x="283051" y="22987"/>
                    </a:cubicBezTo>
                    <a:cubicBezTo>
                      <a:pt x="290766" y="37656"/>
                      <a:pt x="298577" y="52229"/>
                      <a:pt x="306673" y="66707"/>
                    </a:cubicBezTo>
                    <a:cubicBezTo>
                      <a:pt x="325818" y="100711"/>
                      <a:pt x="346011" y="134239"/>
                      <a:pt x="368109" y="166434"/>
                    </a:cubicBezTo>
                    <a:cubicBezTo>
                      <a:pt x="389255" y="197294"/>
                      <a:pt x="411353" y="227298"/>
                      <a:pt x="438404" y="253301"/>
                    </a:cubicBezTo>
                    <a:cubicBezTo>
                      <a:pt x="450406" y="264827"/>
                      <a:pt x="463264" y="275209"/>
                      <a:pt x="479076" y="281305"/>
                    </a:cubicBezTo>
                    <a:cubicBezTo>
                      <a:pt x="481648" y="282258"/>
                      <a:pt x="482219" y="283591"/>
                      <a:pt x="482219" y="285972"/>
                    </a:cubicBezTo>
                    <a:cubicBezTo>
                      <a:pt x="482219" y="331407"/>
                      <a:pt x="482409" y="376841"/>
                      <a:pt x="482409" y="422275"/>
                    </a:cubicBezTo>
                    <a:cubicBezTo>
                      <a:pt x="482409" y="446373"/>
                      <a:pt x="482219" y="470472"/>
                      <a:pt x="482124" y="494665"/>
                    </a:cubicBezTo>
                    <a:cubicBezTo>
                      <a:pt x="482124" y="516477"/>
                      <a:pt x="482124" y="538385"/>
                      <a:pt x="482124" y="560197"/>
                    </a:cubicBezTo>
                    <a:cubicBezTo>
                      <a:pt x="482124" y="561912"/>
                      <a:pt x="482124" y="563626"/>
                      <a:pt x="482124" y="56553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8406DDD5-A9AA-49BD-A0B0-83BA01C01CBF}"/>
                  </a:ext>
                </a:extLst>
              </p:cNvPr>
              <p:cNvSpPr/>
              <p:nvPr/>
            </p:nvSpPr>
            <p:spPr>
              <a:xfrm>
                <a:off x="4606766" y="2956941"/>
                <a:ext cx="133350" cy="333375"/>
              </a:xfrm>
              <a:custGeom>
                <a:avLst/>
                <a:gdLst>
                  <a:gd name="connsiteX0" fmla="*/ 131064 w 133350"/>
                  <a:gd name="connsiteY0" fmla="*/ 328231 h 333375"/>
                  <a:gd name="connsiteX1" fmla="*/ 7144 w 133350"/>
                  <a:gd name="connsiteY1" fmla="*/ 328231 h 333375"/>
                  <a:gd name="connsiteX2" fmla="*/ 7144 w 133350"/>
                  <a:gd name="connsiteY2" fmla="*/ 7144 h 333375"/>
                  <a:gd name="connsiteX3" fmla="*/ 131064 w 133350"/>
                  <a:gd name="connsiteY3" fmla="*/ 7144 h 333375"/>
                  <a:gd name="connsiteX4" fmla="*/ 131064 w 133350"/>
                  <a:gd name="connsiteY4" fmla="*/ 328231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50" h="333375">
                    <a:moveTo>
                      <a:pt x="131064" y="328231"/>
                    </a:moveTo>
                    <a:cubicBezTo>
                      <a:pt x="89630" y="328231"/>
                      <a:pt x="48387" y="328231"/>
                      <a:pt x="7144" y="328231"/>
                    </a:cubicBezTo>
                    <a:cubicBezTo>
                      <a:pt x="7144" y="221075"/>
                      <a:pt x="7144" y="114205"/>
                      <a:pt x="7144" y="7144"/>
                    </a:cubicBezTo>
                    <a:cubicBezTo>
                      <a:pt x="48578" y="7144"/>
                      <a:pt x="89726" y="7144"/>
                      <a:pt x="131064" y="7144"/>
                    </a:cubicBezTo>
                    <a:cubicBezTo>
                      <a:pt x="131064" y="114395"/>
                      <a:pt x="131064" y="221171"/>
                      <a:pt x="131064" y="32823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D2EEA76-D42C-449A-892F-AE6DB02D343E}"/>
                </a:ext>
              </a:extLst>
            </p:cNvPr>
            <p:cNvSpPr txBox="1"/>
            <p:nvPr/>
          </p:nvSpPr>
          <p:spPr>
            <a:xfrm>
              <a:off x="4694036" y="2739015"/>
              <a:ext cx="2799164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/>
                  </a:solidFill>
                  <a:latin typeface="+mj-lt"/>
                </a:rPr>
                <a:t>Thank You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96714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Ppt Template">
      <a:dk1>
        <a:sysClr val="windowText" lastClr="000000"/>
      </a:dk1>
      <a:lt1>
        <a:sysClr val="window" lastClr="FFFFFF"/>
      </a:lt1>
      <a:dk2>
        <a:srgbClr val="7F7F7F"/>
      </a:dk2>
      <a:lt2>
        <a:srgbClr val="F2F2F2"/>
      </a:lt2>
      <a:accent1>
        <a:srgbClr val="0A1931"/>
      </a:accent1>
      <a:accent2>
        <a:srgbClr val="185ADB"/>
      </a:accent2>
      <a:accent3>
        <a:srgbClr val="FFC947"/>
      </a:accent3>
      <a:accent4>
        <a:srgbClr val="EFEFEF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Quicksand">
      <a:majorFont>
        <a:latin typeface="quicksand"/>
        <a:ea typeface=""/>
        <a:cs typeface=""/>
      </a:majorFont>
      <a:minorFont>
        <a:latin typeface="quicksa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2770</TotalTime>
  <Words>177</Words>
  <Application>Microsoft Office PowerPoint</Application>
  <PresentationFormat>Widescreen</PresentationFormat>
  <Paragraphs>53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quicksand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Raiyan Siyam</dc:creator>
  <cp:lastModifiedBy>Sakhawat Saim</cp:lastModifiedBy>
  <cp:revision>117</cp:revision>
  <dcterms:created xsi:type="dcterms:W3CDTF">2021-07-11T18:19:19Z</dcterms:created>
  <dcterms:modified xsi:type="dcterms:W3CDTF">2026-05-02T05:15:53Z</dcterms:modified>
</cp:coreProperties>
</file>